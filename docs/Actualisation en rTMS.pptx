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7" r:id="rId18"/>
    <p:sldId id="286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88" r:id="rId28"/>
    <p:sldId id="273" r:id="rId29"/>
    <p:sldId id="289" r:id="rId30"/>
    <p:sldId id="274" r:id="rId31"/>
    <p:sldId id="275" r:id="rId32"/>
    <p:sldId id="276" r:id="rId33"/>
    <p:sldId id="277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8EAFE-8093-40AD-AA1C-6D7253DD021B}" v="54" dt="2025-09-27T14:11:22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40" d="100"/>
          <a:sy n="40" d="100"/>
        </p:scale>
        <p:origin x="1986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Bourla" userId="df4bce033f096ee8" providerId="LiveId" clId="{F0DFE144-7E26-4E59-B98E-CFFE3E613B35}"/>
    <pc:docChg chg="undo custSel addSld delSld modSld sldOrd">
      <pc:chgData name="Alexis Bourla" userId="df4bce033f096ee8" providerId="LiveId" clId="{F0DFE144-7E26-4E59-B98E-CFFE3E613B35}" dt="2025-09-27T14:11:22.291" v="4573"/>
      <pc:docMkLst>
        <pc:docMk/>
      </pc:docMkLst>
      <pc:sldChg chg="addSp modSp">
        <pc:chgData name="Alexis Bourla" userId="df4bce033f096ee8" providerId="LiveId" clId="{F0DFE144-7E26-4E59-B98E-CFFE3E613B35}" dt="2025-09-27T11:46:57.790" v="10" actId="1076"/>
        <pc:sldMkLst>
          <pc:docMk/>
          <pc:sldMk cId="2738697163" sldId="263"/>
        </pc:sldMkLst>
        <pc:picChg chg="add mod">
          <ac:chgData name="Alexis Bourla" userId="df4bce033f096ee8" providerId="LiveId" clId="{F0DFE144-7E26-4E59-B98E-CFFE3E613B35}" dt="2025-09-27T11:46:57.790" v="10" actId="1076"/>
          <ac:picMkLst>
            <pc:docMk/>
            <pc:sldMk cId="2738697163" sldId="263"/>
            <ac:picMk id="11" creationId="{6C8F7087-ADA7-71B8-9151-22F5C99C9337}"/>
          </ac:picMkLst>
        </pc:picChg>
      </pc:sldChg>
      <pc:sldChg chg="addSp modSp">
        <pc:chgData name="Alexis Bourla" userId="df4bce033f096ee8" providerId="LiveId" clId="{F0DFE144-7E26-4E59-B98E-CFFE3E613B35}" dt="2025-09-27T13:04:35.086" v="1727" actId="1076"/>
        <pc:sldMkLst>
          <pc:docMk/>
          <pc:sldMk cId="981065114" sldId="265"/>
        </pc:sldMkLst>
        <pc:picChg chg="add mod">
          <ac:chgData name="Alexis Bourla" userId="df4bce033f096ee8" providerId="LiveId" clId="{F0DFE144-7E26-4E59-B98E-CFFE3E613B35}" dt="2025-09-27T13:04:35.086" v="1727" actId="1076"/>
          <ac:picMkLst>
            <pc:docMk/>
            <pc:sldMk cId="981065114" sldId="265"/>
            <ac:picMk id="6" creationId="{B57534ED-3238-8DA4-67F6-8C587FE5862C}"/>
          </ac:picMkLst>
        </pc:picChg>
      </pc:sldChg>
      <pc:sldChg chg="addSp modSp mod">
        <pc:chgData name="Alexis Bourla" userId="df4bce033f096ee8" providerId="LiveId" clId="{F0DFE144-7E26-4E59-B98E-CFFE3E613B35}" dt="2025-09-27T13:19:34.831" v="2158" actId="1076"/>
        <pc:sldMkLst>
          <pc:docMk/>
          <pc:sldMk cId="3941862646" sldId="271"/>
        </pc:sldMkLst>
        <pc:picChg chg="add mod">
          <ac:chgData name="Alexis Bourla" userId="df4bce033f096ee8" providerId="LiveId" clId="{F0DFE144-7E26-4E59-B98E-CFFE3E613B35}" dt="2025-09-27T13:19:34.831" v="2158" actId="1076"/>
          <ac:picMkLst>
            <pc:docMk/>
            <pc:sldMk cId="3941862646" sldId="271"/>
            <ac:picMk id="9" creationId="{075BBA56-FF1D-C340-1862-EFB6F57627CA}"/>
          </ac:picMkLst>
        </pc:picChg>
      </pc:sldChg>
      <pc:sldChg chg="addSp delSp modSp mod">
        <pc:chgData name="Alexis Bourla" userId="df4bce033f096ee8" providerId="LiveId" clId="{F0DFE144-7E26-4E59-B98E-CFFE3E613B35}" dt="2025-09-27T13:25:00.114" v="2355" actId="1037"/>
        <pc:sldMkLst>
          <pc:docMk/>
          <pc:sldMk cId="4141133261" sldId="272"/>
        </pc:sldMkLst>
        <pc:spChg chg="add mod">
          <ac:chgData name="Alexis Bourla" userId="df4bce033f096ee8" providerId="LiveId" clId="{F0DFE144-7E26-4E59-B98E-CFFE3E613B35}" dt="2025-09-27T13:25:00.114" v="2355" actId="1037"/>
          <ac:spMkLst>
            <pc:docMk/>
            <pc:sldMk cId="4141133261" sldId="272"/>
            <ac:spMk id="10" creationId="{EB3A9EDD-1B35-A3BC-9E56-60180CF1AFE7}"/>
          </ac:spMkLst>
        </pc:spChg>
        <pc:picChg chg="add mod">
          <ac:chgData name="Alexis Bourla" userId="df4bce033f096ee8" providerId="LiveId" clId="{F0DFE144-7E26-4E59-B98E-CFFE3E613B35}" dt="2025-09-27T13:19:20.189" v="2155" actId="1076"/>
          <ac:picMkLst>
            <pc:docMk/>
            <pc:sldMk cId="4141133261" sldId="272"/>
            <ac:picMk id="9" creationId="{C13CCB6A-A8A0-2C0D-2491-1B1A9AE16384}"/>
          </ac:picMkLst>
        </pc:picChg>
        <pc:picChg chg="add del">
          <ac:chgData name="Alexis Bourla" userId="df4bce033f096ee8" providerId="LiveId" clId="{F0DFE144-7E26-4E59-B98E-CFFE3E613B35}" dt="2025-09-27T13:18:06.634" v="2152" actId="478"/>
          <ac:picMkLst>
            <pc:docMk/>
            <pc:sldMk cId="4141133261" sldId="272"/>
            <ac:picMk id="6146" creationId="{26D5255D-7CD0-324D-CCAA-F1155A8DBCD0}"/>
          </ac:picMkLst>
        </pc:picChg>
      </pc:sldChg>
      <pc:sldChg chg="addSp modSp mod">
        <pc:chgData name="Alexis Bourla" userId="df4bce033f096ee8" providerId="LiveId" clId="{F0DFE144-7E26-4E59-B98E-CFFE3E613B35}" dt="2025-09-27T13:28:31.248" v="2364" actId="1076"/>
        <pc:sldMkLst>
          <pc:docMk/>
          <pc:sldMk cId="3058921040" sldId="273"/>
        </pc:sldMkLst>
        <pc:picChg chg="add mod">
          <ac:chgData name="Alexis Bourla" userId="df4bce033f096ee8" providerId="LiveId" clId="{F0DFE144-7E26-4E59-B98E-CFFE3E613B35}" dt="2025-09-27T13:28:31.248" v="2364" actId="1076"/>
          <ac:picMkLst>
            <pc:docMk/>
            <pc:sldMk cId="3058921040" sldId="273"/>
            <ac:picMk id="7" creationId="{B2AC31BE-433C-2780-FB8B-77DE86205474}"/>
          </ac:picMkLst>
        </pc:picChg>
      </pc:sldChg>
      <pc:sldChg chg="addSp modSp">
        <pc:chgData name="Alexis Bourla" userId="df4bce033f096ee8" providerId="LiveId" clId="{F0DFE144-7E26-4E59-B98E-CFFE3E613B35}" dt="2025-09-27T14:11:22.291" v="4573"/>
        <pc:sldMkLst>
          <pc:docMk/>
          <pc:sldMk cId="730458659" sldId="277"/>
        </pc:sldMkLst>
        <pc:picChg chg="add mod">
          <ac:chgData name="Alexis Bourla" userId="df4bce033f096ee8" providerId="LiveId" clId="{F0DFE144-7E26-4E59-B98E-CFFE3E613B35}" dt="2025-09-27T14:11:22.291" v="4573"/>
          <ac:picMkLst>
            <pc:docMk/>
            <pc:sldMk cId="730458659" sldId="277"/>
            <ac:picMk id="5" creationId="{EB33A2C6-D930-FB5B-2D94-AE2AF7D2BF4B}"/>
          </ac:picMkLst>
        </pc:picChg>
      </pc:sldChg>
      <pc:sldChg chg="addSp delSp modSp del mod">
        <pc:chgData name="Alexis Bourla" userId="df4bce033f096ee8" providerId="LiveId" clId="{F0DFE144-7E26-4E59-B98E-CFFE3E613B35}" dt="2025-09-27T14:11:20.571" v="4572" actId="47"/>
        <pc:sldMkLst>
          <pc:docMk/>
          <pc:sldMk cId="689740915" sldId="278"/>
        </pc:sldMkLst>
        <pc:spChg chg="del">
          <ac:chgData name="Alexis Bourla" userId="df4bce033f096ee8" providerId="LiveId" clId="{F0DFE144-7E26-4E59-B98E-CFFE3E613B35}" dt="2025-09-27T13:32:04.052" v="2494" actId="478"/>
          <ac:spMkLst>
            <pc:docMk/>
            <pc:sldMk cId="689740915" sldId="278"/>
            <ac:spMk id="4" creationId="{983F4261-59AE-409A-228F-BBCCEA34A08C}"/>
          </ac:spMkLst>
        </pc:spChg>
        <pc:picChg chg="add mod">
          <ac:chgData name="Alexis Bourla" userId="df4bce033f096ee8" providerId="LiveId" clId="{F0DFE144-7E26-4E59-B98E-CFFE3E613B35}" dt="2025-09-27T13:30:29.749" v="2439" actId="1076"/>
          <ac:picMkLst>
            <pc:docMk/>
            <pc:sldMk cId="689740915" sldId="278"/>
            <ac:picMk id="5" creationId="{D81F5C1A-9C83-7536-853B-8DC85010F1B9}"/>
          </ac:picMkLst>
        </pc:picChg>
      </pc:sldChg>
      <pc:sldChg chg="addSp delSp modSp add mod ord">
        <pc:chgData name="Alexis Bourla" userId="df4bce033f096ee8" providerId="LiveId" clId="{F0DFE144-7E26-4E59-B98E-CFFE3E613B35}" dt="2025-09-27T11:58:19.389" v="372" actId="313"/>
        <pc:sldMkLst>
          <pc:docMk/>
          <pc:sldMk cId="943937885" sldId="279"/>
        </pc:sldMkLst>
        <pc:spChg chg="add mod">
          <ac:chgData name="Alexis Bourla" userId="df4bce033f096ee8" providerId="LiveId" clId="{F0DFE144-7E26-4E59-B98E-CFFE3E613B35}" dt="2025-09-27T11:57:46.668" v="305" actId="1076"/>
          <ac:spMkLst>
            <pc:docMk/>
            <pc:sldMk cId="943937885" sldId="279"/>
            <ac:spMk id="4" creationId="{E4762974-71C2-5E46-E8D4-C598482D86E8}"/>
          </ac:spMkLst>
        </pc:spChg>
        <pc:spChg chg="add mod">
          <ac:chgData name="Alexis Bourla" userId="df4bce033f096ee8" providerId="LiveId" clId="{F0DFE144-7E26-4E59-B98E-CFFE3E613B35}" dt="2025-09-27T11:58:19.389" v="372" actId="313"/>
          <ac:spMkLst>
            <pc:docMk/>
            <pc:sldMk cId="943937885" sldId="279"/>
            <ac:spMk id="5" creationId="{FAA08761-9A19-0CDD-5E77-F6FC83A2D38F}"/>
          </ac:spMkLst>
        </pc:spChg>
        <pc:spChg chg="del">
          <ac:chgData name="Alexis Bourla" userId="df4bce033f096ee8" providerId="LiveId" clId="{F0DFE144-7E26-4E59-B98E-CFFE3E613B35}" dt="2025-09-27T11:46:36.158" v="2" actId="478"/>
          <ac:spMkLst>
            <pc:docMk/>
            <pc:sldMk cId="943937885" sldId="279"/>
            <ac:spMk id="8" creationId="{CD920B72-73ED-148B-5489-AD4B00366F34}"/>
          </ac:spMkLst>
        </pc:spChg>
        <pc:picChg chg="del">
          <ac:chgData name="Alexis Bourla" userId="df4bce033f096ee8" providerId="LiveId" clId="{F0DFE144-7E26-4E59-B98E-CFFE3E613B35}" dt="2025-09-27T11:46:34.624" v="1" actId="478"/>
          <ac:picMkLst>
            <pc:docMk/>
            <pc:sldMk cId="943937885" sldId="279"/>
            <ac:picMk id="3" creationId="{16CCAA3A-6303-EE27-41CA-B5854A18C334}"/>
          </ac:picMkLst>
        </pc:picChg>
        <pc:picChg chg="mod">
          <ac:chgData name="Alexis Bourla" userId="df4bce033f096ee8" providerId="LiveId" clId="{F0DFE144-7E26-4E59-B98E-CFFE3E613B35}" dt="2025-09-27T11:46:38.186" v="3" actId="1076"/>
          <ac:picMkLst>
            <pc:docMk/>
            <pc:sldMk cId="943937885" sldId="279"/>
            <ac:picMk id="9" creationId="{FBF8DE86-A179-AFA9-3E6A-048B10A1D352}"/>
          </ac:picMkLst>
        </pc:picChg>
        <pc:picChg chg="add mod">
          <ac:chgData name="Alexis Bourla" userId="df4bce033f096ee8" providerId="LiveId" clId="{F0DFE144-7E26-4E59-B98E-CFFE3E613B35}" dt="2025-09-27T11:46:47.344" v="7" actId="1076"/>
          <ac:picMkLst>
            <pc:docMk/>
            <pc:sldMk cId="943937885" sldId="279"/>
            <ac:picMk id="2050" creationId="{5BB4F568-63FA-EF41-6B31-13E515ECC421}"/>
          </ac:picMkLst>
        </pc:picChg>
      </pc:sldChg>
      <pc:sldChg chg="addSp delSp modSp add mod ord">
        <pc:chgData name="Alexis Bourla" userId="df4bce033f096ee8" providerId="LiveId" clId="{F0DFE144-7E26-4E59-B98E-CFFE3E613B35}" dt="2025-09-27T13:02:56.029" v="1713" actId="20577"/>
        <pc:sldMkLst>
          <pc:docMk/>
          <pc:sldMk cId="3712906761" sldId="280"/>
        </pc:sldMkLst>
        <pc:spChg chg="add mod">
          <ac:chgData name="Alexis Bourla" userId="df4bce033f096ee8" providerId="LiveId" clId="{F0DFE144-7E26-4E59-B98E-CFFE3E613B35}" dt="2025-09-27T13:02:56.029" v="1713" actId="20577"/>
          <ac:spMkLst>
            <pc:docMk/>
            <pc:sldMk cId="3712906761" sldId="280"/>
            <ac:spMk id="2" creationId="{32CBD23F-226C-29EB-2099-DB4A24A79629}"/>
          </ac:spMkLst>
        </pc:spChg>
        <pc:picChg chg="add mod">
          <ac:chgData name="Alexis Bourla" userId="df4bce033f096ee8" providerId="LiveId" clId="{F0DFE144-7E26-4E59-B98E-CFFE3E613B35}" dt="2025-09-27T11:49:56.734" v="70" actId="1076"/>
          <ac:picMkLst>
            <pc:docMk/>
            <pc:sldMk cId="3712906761" sldId="280"/>
            <ac:picMk id="4" creationId="{8970F5C3-D616-7A37-D397-7444F2B473DA}"/>
          </ac:picMkLst>
        </pc:picChg>
        <pc:picChg chg="add mod">
          <ac:chgData name="Alexis Bourla" userId="df4bce033f096ee8" providerId="LiveId" clId="{F0DFE144-7E26-4E59-B98E-CFFE3E613B35}" dt="2025-09-27T11:55:54.682" v="298" actId="1076"/>
          <ac:picMkLst>
            <pc:docMk/>
            <pc:sldMk cId="3712906761" sldId="280"/>
            <ac:picMk id="5" creationId="{4F54055D-8626-087B-4F48-5FA08F425BEF}"/>
          </ac:picMkLst>
        </pc:picChg>
        <pc:picChg chg="add mod">
          <ac:chgData name="Alexis Bourla" userId="df4bce033f096ee8" providerId="LiveId" clId="{F0DFE144-7E26-4E59-B98E-CFFE3E613B35}" dt="2025-09-27T13:02:38.882" v="1701" actId="1076"/>
          <ac:picMkLst>
            <pc:docMk/>
            <pc:sldMk cId="3712906761" sldId="280"/>
            <ac:picMk id="8" creationId="{33F88C8C-8598-802F-1C77-E71FEEE8B39A}"/>
          </ac:picMkLst>
        </pc:picChg>
        <pc:picChg chg="del">
          <ac:chgData name="Alexis Bourla" userId="df4bce033f096ee8" providerId="LiveId" clId="{F0DFE144-7E26-4E59-B98E-CFFE3E613B35}" dt="2025-09-27T11:47:37.310" v="12" actId="478"/>
          <ac:picMkLst>
            <pc:docMk/>
            <pc:sldMk cId="3712906761" sldId="280"/>
            <ac:picMk id="9" creationId="{3FAE63AC-FE09-CFF2-12DB-8B8B64C75AE1}"/>
          </ac:picMkLst>
        </pc:picChg>
        <pc:picChg chg="mod">
          <ac:chgData name="Alexis Bourla" userId="df4bce033f096ee8" providerId="LiveId" clId="{F0DFE144-7E26-4E59-B98E-CFFE3E613B35}" dt="2025-09-27T11:47:41.472" v="13" actId="1076"/>
          <ac:picMkLst>
            <pc:docMk/>
            <pc:sldMk cId="3712906761" sldId="280"/>
            <ac:picMk id="2050" creationId="{74C65620-25D1-161E-A8C3-7649B1FCB5BA}"/>
          </ac:picMkLst>
        </pc:picChg>
      </pc:sldChg>
      <pc:sldChg chg="addSp modSp add mod ord">
        <pc:chgData name="Alexis Bourla" userId="df4bce033f096ee8" providerId="LiveId" clId="{F0DFE144-7E26-4E59-B98E-CFFE3E613B35}" dt="2025-09-27T12:59:24.705" v="1324" actId="20577"/>
        <pc:sldMkLst>
          <pc:docMk/>
          <pc:sldMk cId="2453540676" sldId="281"/>
        </pc:sldMkLst>
        <pc:spChg chg="mod">
          <ac:chgData name="Alexis Bourla" userId="df4bce033f096ee8" providerId="LiveId" clId="{F0DFE144-7E26-4E59-B98E-CFFE3E613B35}" dt="2025-09-27T12:59:24.705" v="1324" actId="20577"/>
          <ac:spMkLst>
            <pc:docMk/>
            <pc:sldMk cId="2453540676" sldId="281"/>
            <ac:spMk id="2" creationId="{AD53D5D7-43C2-C8F8-8635-683E471BF65C}"/>
          </ac:spMkLst>
        </pc:spChg>
        <pc:picChg chg="mod">
          <ac:chgData name="Alexis Bourla" userId="df4bce033f096ee8" providerId="LiveId" clId="{F0DFE144-7E26-4E59-B98E-CFFE3E613B35}" dt="2025-09-27T11:53:13.091" v="242" actId="1076"/>
          <ac:picMkLst>
            <pc:docMk/>
            <pc:sldMk cId="2453540676" sldId="281"/>
            <ac:picMk id="4" creationId="{D2E0F2D9-2192-11EB-9224-710DC9E695EB}"/>
          </ac:picMkLst>
        </pc:picChg>
        <pc:picChg chg="add mod">
          <ac:chgData name="Alexis Bourla" userId="df4bce033f096ee8" providerId="LiveId" clId="{F0DFE144-7E26-4E59-B98E-CFFE3E613B35}" dt="2025-09-27T11:55:39.261" v="296" actId="1076"/>
          <ac:picMkLst>
            <pc:docMk/>
            <pc:sldMk cId="2453540676" sldId="281"/>
            <ac:picMk id="5" creationId="{DD1F9E6E-AED6-08DC-B308-BA62BD9E2623}"/>
          </ac:picMkLst>
        </pc:picChg>
        <pc:picChg chg="add mod">
          <ac:chgData name="Alexis Bourla" userId="df4bce033f096ee8" providerId="LiveId" clId="{F0DFE144-7E26-4E59-B98E-CFFE3E613B35}" dt="2025-09-27T12:00:59.186" v="576"/>
          <ac:picMkLst>
            <pc:docMk/>
            <pc:sldMk cId="2453540676" sldId="281"/>
            <ac:picMk id="6" creationId="{8D88ED71-1927-6B8A-D163-DB7B7608BC27}"/>
          </ac:picMkLst>
        </pc:picChg>
      </pc:sldChg>
      <pc:sldChg chg="addSp delSp modSp add mod">
        <pc:chgData name="Alexis Bourla" userId="df4bce033f096ee8" providerId="LiveId" clId="{F0DFE144-7E26-4E59-B98E-CFFE3E613B35}" dt="2025-09-27T12:07:52.458" v="873" actId="113"/>
        <pc:sldMkLst>
          <pc:docMk/>
          <pc:sldMk cId="1575931998" sldId="282"/>
        </pc:sldMkLst>
        <pc:spChg chg="mod">
          <ac:chgData name="Alexis Bourla" userId="df4bce033f096ee8" providerId="LiveId" clId="{F0DFE144-7E26-4E59-B98E-CFFE3E613B35}" dt="2025-09-27T12:07:52.458" v="873" actId="113"/>
          <ac:spMkLst>
            <pc:docMk/>
            <pc:sldMk cId="1575931998" sldId="282"/>
            <ac:spMk id="2" creationId="{57895B63-3CBA-F38C-97EC-03F4EF64A88B}"/>
          </ac:spMkLst>
        </pc:spChg>
        <pc:picChg chg="del">
          <ac:chgData name="Alexis Bourla" userId="df4bce033f096ee8" providerId="LiveId" clId="{F0DFE144-7E26-4E59-B98E-CFFE3E613B35}" dt="2025-09-27T12:00:17.297" v="486" actId="478"/>
          <ac:picMkLst>
            <pc:docMk/>
            <pc:sldMk cId="1575931998" sldId="282"/>
            <ac:picMk id="4" creationId="{568F5B4E-1F31-2725-4367-44081DC47850}"/>
          </ac:picMkLst>
        </pc:picChg>
        <pc:picChg chg="mod">
          <ac:chgData name="Alexis Bourla" userId="df4bce033f096ee8" providerId="LiveId" clId="{F0DFE144-7E26-4E59-B98E-CFFE3E613B35}" dt="2025-09-27T12:00:25.386" v="569" actId="1038"/>
          <ac:picMkLst>
            <pc:docMk/>
            <pc:sldMk cId="1575931998" sldId="282"/>
            <ac:picMk id="5" creationId="{21BAE000-9BEC-FCAB-27F9-1FC3658E2E3E}"/>
          </ac:picMkLst>
        </pc:picChg>
        <pc:picChg chg="add mod">
          <ac:chgData name="Alexis Bourla" userId="df4bce033f096ee8" providerId="LiveId" clId="{F0DFE144-7E26-4E59-B98E-CFFE3E613B35}" dt="2025-09-27T12:05:44.529" v="756" actId="1076"/>
          <ac:picMkLst>
            <pc:docMk/>
            <pc:sldMk cId="1575931998" sldId="282"/>
            <ac:picMk id="6" creationId="{99F215CE-23C0-88FF-3D0A-1C9D27A314FD}"/>
          </ac:picMkLst>
        </pc:picChg>
        <pc:picChg chg="add mod">
          <ac:chgData name="Alexis Bourla" userId="df4bce033f096ee8" providerId="LiveId" clId="{F0DFE144-7E26-4E59-B98E-CFFE3E613B35}" dt="2025-09-27T12:07:07.078" v="871" actId="1076"/>
          <ac:picMkLst>
            <pc:docMk/>
            <pc:sldMk cId="1575931998" sldId="282"/>
            <ac:picMk id="8" creationId="{313B1E97-6B0C-4A55-3EDF-1A8010E8530F}"/>
          </ac:picMkLst>
        </pc:picChg>
        <pc:picChg chg="del">
          <ac:chgData name="Alexis Bourla" userId="df4bce033f096ee8" providerId="LiveId" clId="{F0DFE144-7E26-4E59-B98E-CFFE3E613B35}" dt="2025-09-27T12:00:18.826" v="487" actId="478"/>
          <ac:picMkLst>
            <pc:docMk/>
            <pc:sldMk cId="1575931998" sldId="282"/>
            <ac:picMk id="2050" creationId="{58666896-BA42-EA76-C9FC-39B7CDCF9500}"/>
          </ac:picMkLst>
        </pc:picChg>
      </pc:sldChg>
      <pc:sldChg chg="addSp delSp modSp add mod">
        <pc:chgData name="Alexis Bourla" userId="df4bce033f096ee8" providerId="LiveId" clId="{F0DFE144-7E26-4E59-B98E-CFFE3E613B35}" dt="2025-09-27T12:10:35.241" v="901" actId="1076"/>
        <pc:sldMkLst>
          <pc:docMk/>
          <pc:sldMk cId="1936725730" sldId="283"/>
        </pc:sldMkLst>
        <pc:spChg chg="mod">
          <ac:chgData name="Alexis Bourla" userId="df4bce033f096ee8" providerId="LiveId" clId="{F0DFE144-7E26-4E59-B98E-CFFE3E613B35}" dt="2025-09-27T12:09:39.759" v="892" actId="20577"/>
          <ac:spMkLst>
            <pc:docMk/>
            <pc:sldMk cId="1936725730" sldId="283"/>
            <ac:spMk id="2" creationId="{0CEC7ECC-1598-82C8-D6C3-F459D109443D}"/>
          </ac:spMkLst>
        </pc:spChg>
        <pc:picChg chg="add mod">
          <ac:chgData name="Alexis Bourla" userId="df4bce033f096ee8" providerId="LiveId" clId="{F0DFE144-7E26-4E59-B98E-CFFE3E613B35}" dt="2025-09-27T12:07:01.723" v="869" actId="1076"/>
          <ac:picMkLst>
            <pc:docMk/>
            <pc:sldMk cId="1936725730" sldId="283"/>
            <ac:picMk id="4" creationId="{FE60B15F-DD03-0B8B-9110-F672294FFDFE}"/>
          </ac:picMkLst>
        </pc:picChg>
        <pc:picChg chg="del">
          <ac:chgData name="Alexis Bourla" userId="df4bce033f096ee8" providerId="LiveId" clId="{F0DFE144-7E26-4E59-B98E-CFFE3E613B35}" dt="2025-09-27T12:06:18.111" v="778" actId="478"/>
          <ac:picMkLst>
            <pc:docMk/>
            <pc:sldMk cId="1936725730" sldId="283"/>
            <ac:picMk id="5" creationId="{F3990CB4-B09F-D380-58E0-BAD66FC09A29}"/>
          </ac:picMkLst>
        </pc:picChg>
        <pc:picChg chg="mod">
          <ac:chgData name="Alexis Bourla" userId="df4bce033f096ee8" providerId="LiveId" clId="{F0DFE144-7E26-4E59-B98E-CFFE3E613B35}" dt="2025-09-27T12:06:24.602" v="865" actId="1038"/>
          <ac:picMkLst>
            <pc:docMk/>
            <pc:sldMk cId="1936725730" sldId="283"/>
            <ac:picMk id="6" creationId="{F0BFF7EE-8379-A88B-917C-39BEA16B3525}"/>
          </ac:picMkLst>
        </pc:picChg>
        <pc:picChg chg="add mod">
          <ac:chgData name="Alexis Bourla" userId="df4bce033f096ee8" providerId="LiveId" clId="{F0DFE144-7E26-4E59-B98E-CFFE3E613B35}" dt="2025-09-27T12:10:35.241" v="901" actId="1076"/>
          <ac:picMkLst>
            <pc:docMk/>
            <pc:sldMk cId="1936725730" sldId="283"/>
            <ac:picMk id="8" creationId="{147BE862-CC7B-0C34-99F0-7DC20C05D3A4}"/>
          </ac:picMkLst>
        </pc:picChg>
      </pc:sldChg>
      <pc:sldChg chg="addSp delSp modSp add mod">
        <pc:chgData name="Alexis Bourla" userId="df4bce033f096ee8" providerId="LiveId" clId="{F0DFE144-7E26-4E59-B98E-CFFE3E613B35}" dt="2025-09-27T12:14:54.309" v="1055" actId="1076"/>
        <pc:sldMkLst>
          <pc:docMk/>
          <pc:sldMk cId="3310783605" sldId="284"/>
        </pc:sldMkLst>
        <pc:spChg chg="mod">
          <ac:chgData name="Alexis Bourla" userId="df4bce033f096ee8" providerId="LiveId" clId="{F0DFE144-7E26-4E59-B98E-CFFE3E613B35}" dt="2025-09-27T12:13:44.230" v="1045" actId="20577"/>
          <ac:spMkLst>
            <pc:docMk/>
            <pc:sldMk cId="3310783605" sldId="284"/>
            <ac:spMk id="2" creationId="{D6382DA3-2EA8-63C8-3349-E8DBA9313C20}"/>
          </ac:spMkLst>
        </pc:spChg>
        <pc:picChg chg="mod">
          <ac:chgData name="Alexis Bourla" userId="df4bce033f096ee8" providerId="LiveId" clId="{F0DFE144-7E26-4E59-B98E-CFFE3E613B35}" dt="2025-09-27T12:10:00.808" v="895" actId="1076"/>
          <ac:picMkLst>
            <pc:docMk/>
            <pc:sldMk cId="3310783605" sldId="284"/>
            <ac:picMk id="4" creationId="{7B9042DA-C21B-12F6-5E37-5D5E64528417}"/>
          </ac:picMkLst>
        </pc:picChg>
        <pc:picChg chg="add mod">
          <ac:chgData name="Alexis Bourla" userId="df4bce033f096ee8" providerId="LiveId" clId="{F0DFE144-7E26-4E59-B98E-CFFE3E613B35}" dt="2025-09-27T12:13:53.585" v="1046" actId="1076"/>
          <ac:picMkLst>
            <pc:docMk/>
            <pc:sldMk cId="3310783605" sldId="284"/>
            <ac:picMk id="5" creationId="{8D717944-A2FB-0E21-28DC-50CE0A8EF01C}"/>
          </ac:picMkLst>
        </pc:picChg>
        <pc:picChg chg="del">
          <ac:chgData name="Alexis Bourla" userId="df4bce033f096ee8" providerId="LiveId" clId="{F0DFE144-7E26-4E59-B98E-CFFE3E613B35}" dt="2025-09-27T12:09:58.098" v="894" actId="478"/>
          <ac:picMkLst>
            <pc:docMk/>
            <pc:sldMk cId="3310783605" sldId="284"/>
            <ac:picMk id="6" creationId="{D823CA3F-CBB4-EEA3-2DD7-318A9D3E23B1}"/>
          </ac:picMkLst>
        </pc:picChg>
        <pc:picChg chg="add mod">
          <ac:chgData name="Alexis Bourla" userId="df4bce033f096ee8" providerId="LiveId" clId="{F0DFE144-7E26-4E59-B98E-CFFE3E613B35}" dt="2025-09-27T12:14:54.309" v="1055" actId="1076"/>
          <ac:picMkLst>
            <pc:docMk/>
            <pc:sldMk cId="3310783605" sldId="284"/>
            <ac:picMk id="8" creationId="{86B0675E-EF97-ECCD-02F4-339BC2804E9B}"/>
          </ac:picMkLst>
        </pc:picChg>
      </pc:sldChg>
      <pc:sldChg chg="addSp delSp modSp add mod">
        <pc:chgData name="Alexis Bourla" userId="df4bce033f096ee8" providerId="LiveId" clId="{F0DFE144-7E26-4E59-B98E-CFFE3E613B35}" dt="2025-09-27T13:01:46.100" v="1696" actId="1076"/>
        <pc:sldMkLst>
          <pc:docMk/>
          <pc:sldMk cId="1770813892" sldId="285"/>
        </pc:sldMkLst>
        <pc:spChg chg="mod">
          <ac:chgData name="Alexis Bourla" userId="df4bce033f096ee8" providerId="LiveId" clId="{F0DFE144-7E26-4E59-B98E-CFFE3E613B35}" dt="2025-09-27T12:18:27.042" v="1295" actId="20577"/>
          <ac:spMkLst>
            <pc:docMk/>
            <pc:sldMk cId="1770813892" sldId="285"/>
            <ac:spMk id="2" creationId="{515D060E-64F4-D2F6-6055-DF978E053839}"/>
          </ac:spMkLst>
        </pc:spChg>
        <pc:picChg chg="del">
          <ac:chgData name="Alexis Bourla" userId="df4bce033f096ee8" providerId="LiveId" clId="{F0DFE144-7E26-4E59-B98E-CFFE3E613B35}" dt="2025-09-27T12:14:09.314" v="1049" actId="478"/>
          <ac:picMkLst>
            <pc:docMk/>
            <pc:sldMk cId="1770813892" sldId="285"/>
            <ac:picMk id="4" creationId="{F64878CB-24B5-FA8A-48AE-4E8CAA499EBE}"/>
          </ac:picMkLst>
        </pc:picChg>
        <pc:picChg chg="mod">
          <ac:chgData name="Alexis Bourla" userId="df4bce033f096ee8" providerId="LiveId" clId="{F0DFE144-7E26-4E59-B98E-CFFE3E613B35}" dt="2025-09-27T12:14:07.834" v="1048" actId="1076"/>
          <ac:picMkLst>
            <pc:docMk/>
            <pc:sldMk cId="1770813892" sldId="285"/>
            <ac:picMk id="5" creationId="{659197D4-7153-50C7-F866-C2B66AF2DEAE}"/>
          </ac:picMkLst>
        </pc:picChg>
        <pc:picChg chg="add mod">
          <ac:chgData name="Alexis Bourla" userId="df4bce033f096ee8" providerId="LiveId" clId="{F0DFE144-7E26-4E59-B98E-CFFE3E613B35}" dt="2025-09-27T12:15:36.427" v="1130" actId="1076"/>
          <ac:picMkLst>
            <pc:docMk/>
            <pc:sldMk cId="1770813892" sldId="285"/>
            <ac:picMk id="6" creationId="{EB504FAF-083B-92A9-4DF6-AE39062A24BD}"/>
          </ac:picMkLst>
        </pc:picChg>
        <pc:picChg chg="add mod">
          <ac:chgData name="Alexis Bourla" userId="df4bce033f096ee8" providerId="LiveId" clId="{F0DFE144-7E26-4E59-B98E-CFFE3E613B35}" dt="2025-09-27T13:01:46.100" v="1696" actId="1076"/>
          <ac:picMkLst>
            <pc:docMk/>
            <pc:sldMk cId="1770813892" sldId="285"/>
            <ac:picMk id="8" creationId="{D92AB8AB-EBB7-D156-6BE4-94A6A32A56F4}"/>
          </ac:picMkLst>
        </pc:picChg>
      </pc:sldChg>
      <pc:sldChg chg="addSp delSp modSp add mod">
        <pc:chgData name="Alexis Bourla" userId="df4bce033f096ee8" providerId="LiveId" clId="{F0DFE144-7E26-4E59-B98E-CFFE3E613B35}" dt="2025-09-27T13:15:41.306" v="2150" actId="113"/>
        <pc:sldMkLst>
          <pc:docMk/>
          <pc:sldMk cId="929849422" sldId="286"/>
        </pc:sldMkLst>
        <pc:spChg chg="mod">
          <ac:chgData name="Alexis Bourla" userId="df4bce033f096ee8" providerId="LiveId" clId="{F0DFE144-7E26-4E59-B98E-CFFE3E613B35}" dt="2025-09-27T13:15:41.306" v="2150" actId="113"/>
          <ac:spMkLst>
            <pc:docMk/>
            <pc:sldMk cId="929849422" sldId="286"/>
            <ac:spMk id="2" creationId="{77B55194-FE2A-5D75-C117-9F3E624E0932}"/>
          </ac:spMkLst>
        </pc:spChg>
        <pc:picChg chg="del">
          <ac:chgData name="Alexis Bourla" userId="df4bce033f096ee8" providerId="LiveId" clId="{F0DFE144-7E26-4E59-B98E-CFFE3E613B35}" dt="2025-09-27T12:58:39.230" v="1297" actId="478"/>
          <ac:picMkLst>
            <pc:docMk/>
            <pc:sldMk cId="929849422" sldId="286"/>
            <ac:picMk id="5" creationId="{C0248185-F16A-E287-22D7-0359C59C1FCB}"/>
          </ac:picMkLst>
        </pc:picChg>
        <pc:picChg chg="mod">
          <ac:chgData name="Alexis Bourla" userId="df4bce033f096ee8" providerId="LiveId" clId="{F0DFE144-7E26-4E59-B98E-CFFE3E613B35}" dt="2025-09-27T12:58:41.647" v="1298" actId="1076"/>
          <ac:picMkLst>
            <pc:docMk/>
            <pc:sldMk cId="929849422" sldId="286"/>
            <ac:picMk id="6" creationId="{A6228398-28E0-3F41-A42F-F7724CF07299}"/>
          </ac:picMkLst>
        </pc:picChg>
        <pc:picChg chg="add mod">
          <ac:chgData name="Alexis Bourla" userId="df4bce033f096ee8" providerId="LiveId" clId="{F0DFE144-7E26-4E59-B98E-CFFE3E613B35}" dt="2025-09-27T13:01:09.914" v="1603" actId="1076"/>
          <ac:picMkLst>
            <pc:docMk/>
            <pc:sldMk cId="929849422" sldId="286"/>
            <ac:picMk id="3074" creationId="{06CD5463-0174-3BE7-1167-8A46CB205D84}"/>
          </ac:picMkLst>
        </pc:picChg>
      </pc:sldChg>
      <pc:sldChg chg="addSp delSp modSp add mod ord">
        <pc:chgData name="Alexis Bourla" userId="df4bce033f096ee8" providerId="LiveId" clId="{F0DFE144-7E26-4E59-B98E-CFFE3E613B35}" dt="2025-09-27T13:06:59.686" v="1974" actId="1076"/>
        <pc:sldMkLst>
          <pc:docMk/>
          <pc:sldMk cId="3161419836" sldId="287"/>
        </pc:sldMkLst>
        <pc:spChg chg="mod ord">
          <ac:chgData name="Alexis Bourla" userId="df4bce033f096ee8" providerId="LiveId" clId="{F0DFE144-7E26-4E59-B98E-CFFE3E613B35}" dt="2025-09-27T13:06:59.686" v="1974" actId="1076"/>
          <ac:spMkLst>
            <pc:docMk/>
            <pc:sldMk cId="3161419836" sldId="287"/>
            <ac:spMk id="2" creationId="{2B6840E3-1D16-ED14-FF52-726D9989B4E9}"/>
          </ac:spMkLst>
        </pc:spChg>
        <pc:spChg chg="add mod">
          <ac:chgData name="Alexis Bourla" userId="df4bce033f096ee8" providerId="LiveId" clId="{F0DFE144-7E26-4E59-B98E-CFFE3E613B35}" dt="2025-09-27T13:06:36.415" v="1966" actId="208"/>
          <ac:spMkLst>
            <pc:docMk/>
            <pc:sldMk cId="3161419836" sldId="287"/>
            <ac:spMk id="8" creationId="{D76FA255-8C15-FDBE-05EE-6480F850C0C7}"/>
          </ac:spMkLst>
        </pc:spChg>
        <pc:picChg chg="add mod ord">
          <ac:chgData name="Alexis Bourla" userId="df4bce033f096ee8" providerId="LiveId" clId="{F0DFE144-7E26-4E59-B98E-CFFE3E613B35}" dt="2025-09-27T13:04:54.560" v="1731" actId="167"/>
          <ac:picMkLst>
            <pc:docMk/>
            <pc:sldMk cId="3161419836" sldId="287"/>
            <ac:picMk id="4" creationId="{7F393B53-5665-6F1E-1023-FEA365876316}"/>
          </ac:picMkLst>
        </pc:picChg>
        <pc:picChg chg="add mod">
          <ac:chgData name="Alexis Bourla" userId="df4bce033f096ee8" providerId="LiveId" clId="{F0DFE144-7E26-4E59-B98E-CFFE3E613B35}" dt="2025-09-27T13:04:24.880" v="1724"/>
          <ac:picMkLst>
            <pc:docMk/>
            <pc:sldMk cId="3161419836" sldId="287"/>
            <ac:picMk id="5" creationId="{CD6D12BB-DA53-C252-9B1D-B6E5EEC6E37C}"/>
          </ac:picMkLst>
        </pc:picChg>
        <pc:picChg chg="del">
          <ac:chgData name="Alexis Bourla" userId="df4bce033f096ee8" providerId="LiveId" clId="{F0DFE144-7E26-4E59-B98E-CFFE3E613B35}" dt="2025-09-27T13:03:52.998" v="1715" actId="478"/>
          <ac:picMkLst>
            <pc:docMk/>
            <pc:sldMk cId="3161419836" sldId="287"/>
            <ac:picMk id="6" creationId="{ADA9A1CD-844C-5CCC-50AB-662E9E0B4229}"/>
          </ac:picMkLst>
        </pc:picChg>
        <pc:picChg chg="del mod">
          <ac:chgData name="Alexis Bourla" userId="df4bce033f096ee8" providerId="LiveId" clId="{F0DFE144-7E26-4E59-B98E-CFFE3E613B35}" dt="2025-09-27T13:04:24.254" v="1723" actId="478"/>
          <ac:picMkLst>
            <pc:docMk/>
            <pc:sldMk cId="3161419836" sldId="287"/>
            <ac:picMk id="3074" creationId="{DACF58B4-85C3-FC44-00EC-3E20A45A4653}"/>
          </ac:picMkLst>
        </pc:picChg>
      </pc:sldChg>
      <pc:sldChg chg="modSp add mod">
        <pc:chgData name="Alexis Bourla" userId="df4bce033f096ee8" providerId="LiveId" clId="{F0DFE144-7E26-4E59-B98E-CFFE3E613B35}" dt="2025-09-27T13:24:37.635" v="2182" actId="20577"/>
        <pc:sldMkLst>
          <pc:docMk/>
          <pc:sldMk cId="969934385" sldId="288"/>
        </pc:sldMkLst>
        <pc:spChg chg="mod">
          <ac:chgData name="Alexis Bourla" userId="df4bce033f096ee8" providerId="LiveId" clId="{F0DFE144-7E26-4E59-B98E-CFFE3E613B35}" dt="2025-09-27T13:24:37.635" v="2182" actId="20577"/>
          <ac:spMkLst>
            <pc:docMk/>
            <pc:sldMk cId="969934385" sldId="288"/>
            <ac:spMk id="5" creationId="{908D6D5B-883B-1E0B-175F-832D060C878A}"/>
          </ac:spMkLst>
        </pc:spChg>
        <pc:picChg chg="mod">
          <ac:chgData name="Alexis Bourla" userId="df4bce033f096ee8" providerId="LiveId" clId="{F0DFE144-7E26-4E59-B98E-CFFE3E613B35}" dt="2025-09-27T13:23:37.104" v="2165" actId="1076"/>
          <ac:picMkLst>
            <pc:docMk/>
            <pc:sldMk cId="969934385" sldId="288"/>
            <ac:picMk id="9" creationId="{630BB67B-DD43-1C03-1073-7CD2381E8E34}"/>
          </ac:picMkLst>
        </pc:picChg>
      </pc:sldChg>
      <pc:sldChg chg="addSp delSp modSp add mod">
        <pc:chgData name="Alexis Bourla" userId="df4bce033f096ee8" providerId="LiveId" clId="{F0DFE144-7E26-4E59-B98E-CFFE3E613B35}" dt="2025-09-27T13:28:25.705" v="2362" actId="1076"/>
        <pc:sldMkLst>
          <pc:docMk/>
          <pc:sldMk cId="427569941" sldId="289"/>
        </pc:sldMkLst>
        <pc:spChg chg="mod">
          <ac:chgData name="Alexis Bourla" userId="df4bce033f096ee8" providerId="LiveId" clId="{F0DFE144-7E26-4E59-B98E-CFFE3E613B35}" dt="2025-09-27T13:28:15.310" v="2357" actId="1076"/>
          <ac:spMkLst>
            <pc:docMk/>
            <pc:sldMk cId="427569941" sldId="289"/>
            <ac:spMk id="2" creationId="{4351EF7D-1AC7-45E0-84D7-426EB1A5F1EE}"/>
          </ac:spMkLst>
        </pc:spChg>
        <pc:spChg chg="del">
          <ac:chgData name="Alexis Bourla" userId="df4bce033f096ee8" providerId="LiveId" clId="{F0DFE144-7E26-4E59-B98E-CFFE3E613B35}" dt="2025-09-27T13:28:18.103" v="2358" actId="478"/>
          <ac:spMkLst>
            <pc:docMk/>
            <pc:sldMk cId="427569941" sldId="289"/>
            <ac:spMk id="5" creationId="{BA41155C-F0A3-ABDA-5ED9-49153DAA75FB}"/>
          </ac:spMkLst>
        </pc:spChg>
        <pc:picChg chg="add mod">
          <ac:chgData name="Alexis Bourla" userId="df4bce033f096ee8" providerId="LiveId" clId="{F0DFE144-7E26-4E59-B98E-CFFE3E613B35}" dt="2025-09-27T13:28:25.705" v="2362" actId="1076"/>
          <ac:picMkLst>
            <pc:docMk/>
            <pc:sldMk cId="427569941" sldId="289"/>
            <ac:picMk id="8" creationId="{59435298-5DBE-AB50-A21E-2A8460037EBF}"/>
          </ac:picMkLst>
        </pc:picChg>
      </pc:sldChg>
      <pc:sldChg chg="addSp delSp modSp add mod">
        <pc:chgData name="Alexis Bourla" userId="df4bce033f096ee8" providerId="LiveId" clId="{F0DFE144-7E26-4E59-B98E-CFFE3E613B35}" dt="2025-09-27T13:32:19.445" v="2499" actId="1076"/>
        <pc:sldMkLst>
          <pc:docMk/>
          <pc:sldMk cId="3792365025" sldId="290"/>
        </pc:sldMkLst>
        <pc:spChg chg="mod">
          <ac:chgData name="Alexis Bourla" userId="df4bce033f096ee8" providerId="LiveId" clId="{F0DFE144-7E26-4E59-B98E-CFFE3E613B35}" dt="2025-09-27T13:32:11.256" v="2497" actId="20577"/>
          <ac:spMkLst>
            <pc:docMk/>
            <pc:sldMk cId="3792365025" sldId="290"/>
            <ac:spMk id="3" creationId="{C5D48601-9096-85AF-6662-246917A3FD8E}"/>
          </ac:spMkLst>
        </pc:spChg>
        <pc:spChg chg="del">
          <ac:chgData name="Alexis Bourla" userId="df4bce033f096ee8" providerId="LiveId" clId="{F0DFE144-7E26-4E59-B98E-CFFE3E613B35}" dt="2025-09-27T13:29:43.809" v="2432" actId="478"/>
          <ac:spMkLst>
            <pc:docMk/>
            <pc:sldMk cId="3792365025" sldId="290"/>
            <ac:spMk id="4" creationId="{6BD8C327-9871-96D3-9516-BA5A61DC3B4F}"/>
          </ac:spMkLst>
        </pc:spChg>
        <pc:picChg chg="add mod">
          <ac:chgData name="Alexis Bourla" userId="df4bce033f096ee8" providerId="LiveId" clId="{F0DFE144-7E26-4E59-B98E-CFFE3E613B35}" dt="2025-09-27T13:30:17.055" v="2437" actId="1076"/>
          <ac:picMkLst>
            <pc:docMk/>
            <pc:sldMk cId="3792365025" sldId="290"/>
            <ac:picMk id="5" creationId="{509EE41F-BB66-3D21-9F58-03C06435CAB2}"/>
          </ac:picMkLst>
        </pc:picChg>
        <pc:picChg chg="add mod">
          <ac:chgData name="Alexis Bourla" userId="df4bce033f096ee8" providerId="LiveId" clId="{F0DFE144-7E26-4E59-B98E-CFFE3E613B35}" dt="2025-09-27T13:32:19.445" v="2499" actId="1076"/>
          <ac:picMkLst>
            <pc:docMk/>
            <pc:sldMk cId="3792365025" sldId="290"/>
            <ac:picMk id="6" creationId="{856320B0-9373-AFD5-B930-F95E1727F703}"/>
          </ac:picMkLst>
        </pc:picChg>
      </pc:sldChg>
      <pc:sldChg chg="addSp modSp add mod">
        <pc:chgData name="Alexis Bourla" userId="df4bce033f096ee8" providerId="LiveId" clId="{F0DFE144-7E26-4E59-B98E-CFFE3E613B35}" dt="2025-09-27T13:33:19.548" v="2500" actId="1076"/>
        <pc:sldMkLst>
          <pc:docMk/>
          <pc:sldMk cId="810975574" sldId="291"/>
        </pc:sldMkLst>
        <pc:spChg chg="mod">
          <ac:chgData name="Alexis Bourla" userId="df4bce033f096ee8" providerId="LiveId" clId="{F0DFE144-7E26-4E59-B98E-CFFE3E613B35}" dt="2025-09-27T13:31:42.636" v="2489" actId="20577"/>
          <ac:spMkLst>
            <pc:docMk/>
            <pc:sldMk cId="810975574" sldId="291"/>
            <ac:spMk id="3" creationId="{3391762B-8C78-9869-6DDB-D706FD1C3FA8}"/>
          </ac:spMkLst>
        </pc:spChg>
        <pc:picChg chg="add mod">
          <ac:chgData name="Alexis Bourla" userId="df4bce033f096ee8" providerId="LiveId" clId="{F0DFE144-7E26-4E59-B98E-CFFE3E613B35}" dt="2025-09-27T13:33:19.548" v="2500" actId="1076"/>
          <ac:picMkLst>
            <pc:docMk/>
            <pc:sldMk cId="810975574" sldId="291"/>
            <ac:picMk id="4" creationId="{8BD28A60-BFAE-7FB5-FDD2-D2B6BE1345C9}"/>
          </ac:picMkLst>
        </pc:picChg>
        <pc:picChg chg="mod">
          <ac:chgData name="Alexis Bourla" userId="df4bce033f096ee8" providerId="LiveId" clId="{F0DFE144-7E26-4E59-B98E-CFFE3E613B35}" dt="2025-09-27T13:31:22.210" v="2441" actId="1076"/>
          <ac:picMkLst>
            <pc:docMk/>
            <pc:sldMk cId="810975574" sldId="291"/>
            <ac:picMk id="5" creationId="{2EE215B1-F4BF-9F40-12A5-729C7E661738}"/>
          </ac:picMkLst>
        </pc:picChg>
      </pc:sldChg>
      <pc:sldChg chg="addSp delSp modSp add mod">
        <pc:chgData name="Alexis Bourla" userId="df4bce033f096ee8" providerId="LiveId" clId="{F0DFE144-7E26-4E59-B98E-CFFE3E613B35}" dt="2025-09-27T13:34:37.896" v="2651" actId="14100"/>
        <pc:sldMkLst>
          <pc:docMk/>
          <pc:sldMk cId="3083167650" sldId="292"/>
        </pc:sldMkLst>
        <pc:spChg chg="add mod">
          <ac:chgData name="Alexis Bourla" userId="df4bce033f096ee8" providerId="LiveId" clId="{F0DFE144-7E26-4E59-B98E-CFFE3E613B35}" dt="2025-09-27T13:33:58.588" v="2511" actId="207"/>
          <ac:spMkLst>
            <pc:docMk/>
            <pc:sldMk cId="3083167650" sldId="292"/>
            <ac:spMk id="7" creationId="{091C81D1-0E65-45F3-EA6E-120C0537627A}"/>
          </ac:spMkLst>
        </pc:spChg>
        <pc:spChg chg="add mod">
          <ac:chgData name="Alexis Bourla" userId="df4bce033f096ee8" providerId="LiveId" clId="{F0DFE144-7E26-4E59-B98E-CFFE3E613B35}" dt="2025-09-27T13:34:05.906" v="2521" actId="1035"/>
          <ac:spMkLst>
            <pc:docMk/>
            <pc:sldMk cId="3083167650" sldId="292"/>
            <ac:spMk id="9" creationId="{FDFE7EFB-0757-074A-0F95-11D157DB5440}"/>
          </ac:spMkLst>
        </pc:spChg>
        <pc:spChg chg="add mod">
          <ac:chgData name="Alexis Bourla" userId="df4bce033f096ee8" providerId="LiveId" clId="{F0DFE144-7E26-4E59-B98E-CFFE3E613B35}" dt="2025-09-27T13:34:37.896" v="2651" actId="14100"/>
          <ac:spMkLst>
            <pc:docMk/>
            <pc:sldMk cId="3083167650" sldId="292"/>
            <ac:spMk id="10" creationId="{338549D8-CF8A-5228-7FBC-3D1B34873451}"/>
          </ac:spMkLst>
        </pc:spChg>
        <pc:picChg chg="del">
          <ac:chgData name="Alexis Bourla" userId="df4bce033f096ee8" providerId="LiveId" clId="{F0DFE144-7E26-4E59-B98E-CFFE3E613B35}" dt="2025-09-27T13:33:27.923" v="2503" actId="478"/>
          <ac:picMkLst>
            <pc:docMk/>
            <pc:sldMk cId="3083167650" sldId="292"/>
            <ac:picMk id="4" creationId="{96D128EC-6212-5FC4-1DCE-465CC0D74A7E}"/>
          </ac:picMkLst>
        </pc:picChg>
        <pc:picChg chg="del">
          <ac:chgData name="Alexis Bourla" userId="df4bce033f096ee8" providerId="LiveId" clId="{F0DFE144-7E26-4E59-B98E-CFFE3E613B35}" dt="2025-09-27T13:33:25.429" v="2502" actId="478"/>
          <ac:picMkLst>
            <pc:docMk/>
            <pc:sldMk cId="3083167650" sldId="292"/>
            <ac:picMk id="5" creationId="{A995238C-9CF0-FD6B-28AC-CF5F82C3ECC1}"/>
          </ac:picMkLst>
        </pc:picChg>
        <pc:picChg chg="add mod">
          <ac:chgData name="Alexis Bourla" userId="df4bce033f096ee8" providerId="LiveId" clId="{F0DFE144-7E26-4E59-B98E-CFFE3E613B35}" dt="2025-09-27T13:33:39.760" v="2508" actId="688"/>
          <ac:picMkLst>
            <pc:docMk/>
            <pc:sldMk cId="3083167650" sldId="292"/>
            <ac:picMk id="6" creationId="{680427A6-01E4-45CA-0E69-0A79DBBBC24D}"/>
          </ac:picMkLst>
        </pc:picChg>
      </pc:sldChg>
      <pc:sldChg chg="addSp modSp add mod">
        <pc:chgData name="Alexis Bourla" userId="df4bce033f096ee8" providerId="LiveId" clId="{F0DFE144-7E26-4E59-B98E-CFFE3E613B35}" dt="2025-09-27T13:39:51.917" v="3097" actId="1037"/>
        <pc:sldMkLst>
          <pc:docMk/>
          <pc:sldMk cId="2618764595" sldId="293"/>
        </pc:sldMkLst>
        <pc:spChg chg="mod">
          <ac:chgData name="Alexis Bourla" userId="df4bce033f096ee8" providerId="LiveId" clId="{F0DFE144-7E26-4E59-B98E-CFFE3E613B35}" dt="2025-09-27T13:38:30.634" v="2998" actId="113"/>
          <ac:spMkLst>
            <pc:docMk/>
            <pc:sldMk cId="2618764595" sldId="293"/>
            <ac:spMk id="3" creationId="{B82AA2BF-DB78-85A9-42A3-DFC455F38589}"/>
          </ac:spMkLst>
        </pc:spChg>
        <pc:spChg chg="mod">
          <ac:chgData name="Alexis Bourla" userId="df4bce033f096ee8" providerId="LiveId" clId="{F0DFE144-7E26-4E59-B98E-CFFE3E613B35}" dt="2025-09-27T13:35:26.737" v="2712" actId="1036"/>
          <ac:spMkLst>
            <pc:docMk/>
            <pc:sldMk cId="2618764595" sldId="293"/>
            <ac:spMk id="7" creationId="{85FB39AD-E55E-63B6-515A-D13152B563F7}"/>
          </ac:spMkLst>
        </pc:spChg>
        <pc:spChg chg="mod">
          <ac:chgData name="Alexis Bourla" userId="df4bce033f096ee8" providerId="LiveId" clId="{F0DFE144-7E26-4E59-B98E-CFFE3E613B35}" dt="2025-09-27T13:35:26.737" v="2712" actId="1036"/>
          <ac:spMkLst>
            <pc:docMk/>
            <pc:sldMk cId="2618764595" sldId="293"/>
            <ac:spMk id="9" creationId="{FD02D195-6EAF-264E-DE31-11A7B5CDFEB5}"/>
          </ac:spMkLst>
        </pc:spChg>
        <pc:spChg chg="mod">
          <ac:chgData name="Alexis Bourla" userId="df4bce033f096ee8" providerId="LiveId" clId="{F0DFE144-7E26-4E59-B98E-CFFE3E613B35}" dt="2025-09-27T13:35:26.737" v="2712" actId="1036"/>
          <ac:spMkLst>
            <pc:docMk/>
            <pc:sldMk cId="2618764595" sldId="293"/>
            <ac:spMk id="10" creationId="{35480748-339A-237F-1D58-C8E6603EB606}"/>
          </ac:spMkLst>
        </pc:spChg>
        <pc:picChg chg="add mod">
          <ac:chgData name="Alexis Bourla" userId="df4bce033f096ee8" providerId="LiveId" clId="{F0DFE144-7E26-4E59-B98E-CFFE3E613B35}" dt="2025-09-27T13:39:51.917" v="3097" actId="1037"/>
          <ac:picMkLst>
            <pc:docMk/>
            <pc:sldMk cId="2618764595" sldId="293"/>
            <ac:picMk id="2" creationId="{FAB62B76-3A43-47E7-B6F8-5EF8A3E90E94}"/>
          </ac:picMkLst>
        </pc:picChg>
        <pc:picChg chg="mod">
          <ac:chgData name="Alexis Bourla" userId="df4bce033f096ee8" providerId="LiveId" clId="{F0DFE144-7E26-4E59-B98E-CFFE3E613B35}" dt="2025-09-27T13:35:26.737" v="2712" actId="1036"/>
          <ac:picMkLst>
            <pc:docMk/>
            <pc:sldMk cId="2618764595" sldId="293"/>
            <ac:picMk id="6" creationId="{C0E57A8D-EC8F-94D0-E262-C73A29848BB7}"/>
          </ac:picMkLst>
        </pc:picChg>
      </pc:sldChg>
      <pc:sldChg chg="addSp delSp modSp add mod">
        <pc:chgData name="Alexis Bourla" userId="df4bce033f096ee8" providerId="LiveId" clId="{F0DFE144-7E26-4E59-B98E-CFFE3E613B35}" dt="2025-09-27T13:40:37.388" v="3211" actId="1076"/>
        <pc:sldMkLst>
          <pc:docMk/>
          <pc:sldMk cId="2410869658" sldId="294"/>
        </pc:sldMkLst>
        <pc:spChg chg="mod">
          <ac:chgData name="Alexis Bourla" userId="df4bce033f096ee8" providerId="LiveId" clId="{F0DFE144-7E26-4E59-B98E-CFFE3E613B35}" dt="2025-09-27T13:40:37.388" v="3211" actId="1076"/>
          <ac:spMkLst>
            <pc:docMk/>
            <pc:sldMk cId="2410869658" sldId="294"/>
            <ac:spMk id="3" creationId="{A093A987-531A-313F-D84A-F61C1520921B}"/>
          </ac:spMkLst>
        </pc:spChg>
        <pc:spChg chg="del">
          <ac:chgData name="Alexis Bourla" userId="df4bce033f096ee8" providerId="LiveId" clId="{F0DFE144-7E26-4E59-B98E-CFFE3E613B35}" dt="2025-09-27T13:39:36.779" v="3000" actId="478"/>
          <ac:spMkLst>
            <pc:docMk/>
            <pc:sldMk cId="2410869658" sldId="294"/>
            <ac:spMk id="7" creationId="{5446D40C-AE08-EF73-43E1-11C99B35C124}"/>
          </ac:spMkLst>
        </pc:spChg>
        <pc:spChg chg="del">
          <ac:chgData name="Alexis Bourla" userId="df4bce033f096ee8" providerId="LiveId" clId="{F0DFE144-7E26-4E59-B98E-CFFE3E613B35}" dt="2025-09-27T13:39:36.779" v="3000" actId="478"/>
          <ac:spMkLst>
            <pc:docMk/>
            <pc:sldMk cId="2410869658" sldId="294"/>
            <ac:spMk id="9" creationId="{3DD7BD1B-10AC-101B-EEB7-87E5A93ABEE5}"/>
          </ac:spMkLst>
        </pc:spChg>
        <pc:spChg chg="del">
          <ac:chgData name="Alexis Bourla" userId="df4bce033f096ee8" providerId="LiveId" clId="{F0DFE144-7E26-4E59-B98E-CFFE3E613B35}" dt="2025-09-27T13:39:36.779" v="3000" actId="478"/>
          <ac:spMkLst>
            <pc:docMk/>
            <pc:sldMk cId="2410869658" sldId="294"/>
            <ac:spMk id="10" creationId="{494C2358-E873-FB55-3338-1992A13FE5D1}"/>
          </ac:spMkLst>
        </pc:spChg>
        <pc:picChg chg="add mod">
          <ac:chgData name="Alexis Bourla" userId="df4bce033f096ee8" providerId="LiveId" clId="{F0DFE144-7E26-4E59-B98E-CFFE3E613B35}" dt="2025-09-27T13:39:44.244" v="3003" actId="1076"/>
          <ac:picMkLst>
            <pc:docMk/>
            <pc:sldMk cId="2410869658" sldId="294"/>
            <ac:picMk id="4" creationId="{31367318-0646-97C6-F341-C4E634AD9F73}"/>
          </ac:picMkLst>
        </pc:picChg>
        <pc:picChg chg="del">
          <ac:chgData name="Alexis Bourla" userId="df4bce033f096ee8" providerId="LiveId" clId="{F0DFE144-7E26-4E59-B98E-CFFE3E613B35}" dt="2025-09-27T13:39:36.779" v="3000" actId="478"/>
          <ac:picMkLst>
            <pc:docMk/>
            <pc:sldMk cId="2410869658" sldId="294"/>
            <ac:picMk id="6" creationId="{1BAC42BB-9679-45C4-AEAB-0D2DCD95FD9F}"/>
          </ac:picMkLst>
        </pc:picChg>
        <pc:picChg chg="mod">
          <ac:chgData name="Alexis Bourla" userId="df4bce033f096ee8" providerId="LiveId" clId="{F0DFE144-7E26-4E59-B98E-CFFE3E613B35}" dt="2025-09-27T13:39:40.815" v="3001" actId="1076"/>
          <ac:picMkLst>
            <pc:docMk/>
            <pc:sldMk cId="2410869658" sldId="294"/>
            <ac:picMk id="8" creationId="{9F383476-FB1D-42F9-5342-39C702184A51}"/>
          </ac:picMkLst>
        </pc:picChg>
      </pc:sldChg>
      <pc:sldChg chg="addSp modSp add mod">
        <pc:chgData name="Alexis Bourla" userId="df4bce033f096ee8" providerId="LiveId" clId="{F0DFE144-7E26-4E59-B98E-CFFE3E613B35}" dt="2025-09-27T13:42:39.040" v="3270" actId="14100"/>
        <pc:sldMkLst>
          <pc:docMk/>
          <pc:sldMk cId="4052707605" sldId="295"/>
        </pc:sldMkLst>
        <pc:spChg chg="mod">
          <ac:chgData name="Alexis Bourla" userId="df4bce033f096ee8" providerId="LiveId" clId="{F0DFE144-7E26-4E59-B98E-CFFE3E613B35}" dt="2025-09-27T13:42:39.040" v="3270" actId="14100"/>
          <ac:spMkLst>
            <pc:docMk/>
            <pc:sldMk cId="4052707605" sldId="295"/>
            <ac:spMk id="3" creationId="{E9CAB229-777C-D0A6-87BF-4447936A7C40}"/>
          </ac:spMkLst>
        </pc:spChg>
        <pc:picChg chg="add mod">
          <ac:chgData name="Alexis Bourla" userId="df4bce033f096ee8" providerId="LiveId" clId="{F0DFE144-7E26-4E59-B98E-CFFE3E613B35}" dt="2025-09-27T13:42:24.644" v="3266" actId="1076"/>
          <ac:picMkLst>
            <pc:docMk/>
            <pc:sldMk cId="4052707605" sldId="295"/>
            <ac:picMk id="5" creationId="{33C67E5C-6228-0DCE-6716-06929C8C2059}"/>
          </ac:picMkLst>
        </pc:picChg>
      </pc:sldChg>
      <pc:sldChg chg="addSp delSp modSp add mod">
        <pc:chgData name="Alexis Bourla" userId="df4bce033f096ee8" providerId="LiveId" clId="{F0DFE144-7E26-4E59-B98E-CFFE3E613B35}" dt="2025-09-27T13:47:43.149" v="3583" actId="20577"/>
        <pc:sldMkLst>
          <pc:docMk/>
          <pc:sldMk cId="952463243" sldId="296"/>
        </pc:sldMkLst>
        <pc:spChg chg="mod">
          <ac:chgData name="Alexis Bourla" userId="df4bce033f096ee8" providerId="LiveId" clId="{F0DFE144-7E26-4E59-B98E-CFFE3E613B35}" dt="2025-09-27T13:47:43.149" v="3583" actId="20577"/>
          <ac:spMkLst>
            <pc:docMk/>
            <pc:sldMk cId="952463243" sldId="296"/>
            <ac:spMk id="3" creationId="{826FEAC7-42A7-769B-E0B9-27A39BD30B93}"/>
          </ac:spMkLst>
        </pc:spChg>
        <pc:picChg chg="add mod">
          <ac:chgData name="Alexis Bourla" userId="df4bce033f096ee8" providerId="LiveId" clId="{F0DFE144-7E26-4E59-B98E-CFFE3E613B35}" dt="2025-09-27T13:47:23.561" v="3571" actId="1076"/>
          <ac:picMkLst>
            <pc:docMk/>
            <pc:sldMk cId="952463243" sldId="296"/>
            <ac:picMk id="2" creationId="{6555D772-AA7E-C121-2D38-EC0D34CE6CBD}"/>
          </ac:picMkLst>
        </pc:picChg>
        <pc:picChg chg="mod">
          <ac:chgData name="Alexis Bourla" userId="df4bce033f096ee8" providerId="LiveId" clId="{F0DFE144-7E26-4E59-B98E-CFFE3E613B35}" dt="2025-09-27T13:43:07.930" v="3336" actId="1036"/>
          <ac:picMkLst>
            <pc:docMk/>
            <pc:sldMk cId="952463243" sldId="296"/>
            <ac:picMk id="5" creationId="{FD24A466-CF03-77B0-F476-B58BEB130C20}"/>
          </ac:picMkLst>
        </pc:picChg>
        <pc:picChg chg="del">
          <ac:chgData name="Alexis Bourla" userId="df4bce033f096ee8" providerId="LiveId" clId="{F0DFE144-7E26-4E59-B98E-CFFE3E613B35}" dt="2025-09-27T13:47:00.785" v="3551" actId="478"/>
          <ac:picMkLst>
            <pc:docMk/>
            <pc:sldMk cId="952463243" sldId="296"/>
            <ac:picMk id="8" creationId="{BA93F580-955F-E27E-EEF0-7E6C689046D8}"/>
          </ac:picMkLst>
        </pc:picChg>
      </pc:sldChg>
      <pc:sldChg chg="addSp delSp modSp add mod">
        <pc:chgData name="Alexis Bourla" userId="df4bce033f096ee8" providerId="LiveId" clId="{F0DFE144-7E26-4E59-B98E-CFFE3E613B35}" dt="2025-09-27T13:50:15.061" v="3829" actId="1076"/>
        <pc:sldMkLst>
          <pc:docMk/>
          <pc:sldMk cId="1617518380" sldId="297"/>
        </pc:sldMkLst>
        <pc:spChg chg="mod">
          <ac:chgData name="Alexis Bourla" userId="df4bce033f096ee8" providerId="LiveId" clId="{F0DFE144-7E26-4E59-B98E-CFFE3E613B35}" dt="2025-09-27T13:50:15.061" v="3829" actId="1076"/>
          <ac:spMkLst>
            <pc:docMk/>
            <pc:sldMk cId="1617518380" sldId="297"/>
            <ac:spMk id="3" creationId="{110F5D4C-A5F8-014C-FC0D-5E91496A194F}"/>
          </ac:spMkLst>
        </pc:spChg>
        <pc:picChg chg="del">
          <ac:chgData name="Alexis Bourla" userId="df4bce033f096ee8" providerId="LiveId" clId="{F0DFE144-7E26-4E59-B98E-CFFE3E613B35}" dt="2025-09-27T13:47:05.423" v="3553" actId="478"/>
          <ac:picMkLst>
            <pc:docMk/>
            <pc:sldMk cId="1617518380" sldId="297"/>
            <ac:picMk id="5" creationId="{92798303-0324-6397-906C-96E177D8D076}"/>
          </ac:picMkLst>
        </pc:picChg>
        <pc:picChg chg="add mod">
          <ac:chgData name="Alexis Bourla" userId="df4bce033f096ee8" providerId="LiveId" clId="{F0DFE144-7E26-4E59-B98E-CFFE3E613B35}" dt="2025-09-27T13:49:39.555" v="3806" actId="1076"/>
          <ac:picMkLst>
            <pc:docMk/>
            <pc:sldMk cId="1617518380" sldId="297"/>
            <ac:picMk id="6" creationId="{6363A673-E931-2254-B07C-F59B052B5839}"/>
          </ac:picMkLst>
        </pc:picChg>
      </pc:sldChg>
      <pc:sldChg chg="addSp delSp modSp add mod">
        <pc:chgData name="Alexis Bourla" userId="df4bce033f096ee8" providerId="LiveId" clId="{F0DFE144-7E26-4E59-B98E-CFFE3E613B35}" dt="2025-09-27T14:01:37.477" v="4261" actId="1076"/>
        <pc:sldMkLst>
          <pc:docMk/>
          <pc:sldMk cId="2662449843" sldId="298"/>
        </pc:sldMkLst>
        <pc:spChg chg="mod">
          <ac:chgData name="Alexis Bourla" userId="df4bce033f096ee8" providerId="LiveId" clId="{F0DFE144-7E26-4E59-B98E-CFFE3E613B35}" dt="2025-09-27T13:59:18.378" v="4087" actId="20577"/>
          <ac:spMkLst>
            <pc:docMk/>
            <pc:sldMk cId="2662449843" sldId="298"/>
            <ac:spMk id="3" creationId="{4BFA29CD-5637-FF65-14CD-C6BE87A07461}"/>
          </ac:spMkLst>
        </pc:spChg>
        <pc:spChg chg="add del">
          <ac:chgData name="Alexis Bourla" userId="df4bce033f096ee8" providerId="LiveId" clId="{F0DFE144-7E26-4E59-B98E-CFFE3E613B35}" dt="2025-09-27T13:58:13.008" v="4023" actId="22"/>
          <ac:spMkLst>
            <pc:docMk/>
            <pc:sldMk cId="2662449843" sldId="298"/>
            <ac:spMk id="5" creationId="{C55E1228-C040-24CB-DE91-14E41B5EFEE9}"/>
          </ac:spMkLst>
        </pc:spChg>
        <pc:picChg chg="mod">
          <ac:chgData name="Alexis Bourla" userId="df4bce033f096ee8" providerId="LiveId" clId="{F0DFE144-7E26-4E59-B98E-CFFE3E613B35}" dt="2025-09-27T13:50:36.137" v="3831" actId="1076"/>
          <ac:picMkLst>
            <pc:docMk/>
            <pc:sldMk cId="2662449843" sldId="298"/>
            <ac:picMk id="6" creationId="{8D42B18C-BF30-82F9-D1EA-C0AB2C151D0D}"/>
          </ac:picMkLst>
        </pc:picChg>
        <pc:picChg chg="add mod">
          <ac:chgData name="Alexis Bourla" userId="df4bce033f096ee8" providerId="LiveId" clId="{F0DFE144-7E26-4E59-B98E-CFFE3E613B35}" dt="2025-09-27T13:59:22.756" v="4088" actId="1076"/>
          <ac:picMkLst>
            <pc:docMk/>
            <pc:sldMk cId="2662449843" sldId="298"/>
            <ac:picMk id="8" creationId="{DF5D009B-B4D5-8B83-C492-128242C5D251}"/>
          </ac:picMkLst>
        </pc:picChg>
        <pc:picChg chg="add mod">
          <ac:chgData name="Alexis Bourla" userId="df4bce033f096ee8" providerId="LiveId" clId="{F0DFE144-7E26-4E59-B98E-CFFE3E613B35}" dt="2025-09-27T14:01:37.477" v="4261" actId="1076"/>
          <ac:picMkLst>
            <pc:docMk/>
            <pc:sldMk cId="2662449843" sldId="298"/>
            <ac:picMk id="9" creationId="{AC4ACCF2-7FA8-F479-934D-4645F8C95E3A}"/>
          </ac:picMkLst>
        </pc:picChg>
      </pc:sldChg>
      <pc:sldChg chg="addSp delSp modSp add mod">
        <pc:chgData name="Alexis Bourla" userId="df4bce033f096ee8" providerId="LiveId" clId="{F0DFE144-7E26-4E59-B98E-CFFE3E613B35}" dt="2025-09-27T14:01:30.553" v="4259" actId="14100"/>
        <pc:sldMkLst>
          <pc:docMk/>
          <pc:sldMk cId="2529654504" sldId="299"/>
        </pc:sldMkLst>
        <pc:spChg chg="mod">
          <ac:chgData name="Alexis Bourla" userId="df4bce033f096ee8" providerId="LiveId" clId="{F0DFE144-7E26-4E59-B98E-CFFE3E613B35}" dt="2025-09-27T14:01:27.825" v="4257" actId="1076"/>
          <ac:spMkLst>
            <pc:docMk/>
            <pc:sldMk cId="2529654504" sldId="299"/>
            <ac:spMk id="3" creationId="{9212E16A-D9C1-FD60-E93E-791FC0B7EC1B}"/>
          </ac:spMkLst>
        </pc:spChg>
        <pc:picChg chg="add mod">
          <ac:chgData name="Alexis Bourla" userId="df4bce033f096ee8" providerId="LiveId" clId="{F0DFE144-7E26-4E59-B98E-CFFE3E613B35}" dt="2025-09-27T14:01:30.553" v="4259" actId="14100"/>
          <ac:picMkLst>
            <pc:docMk/>
            <pc:sldMk cId="2529654504" sldId="299"/>
            <ac:picMk id="5" creationId="{A20DBA76-429B-E83B-BC4C-5D05902A006F}"/>
          </ac:picMkLst>
        </pc:picChg>
        <pc:picChg chg="del">
          <ac:chgData name="Alexis Bourla" userId="df4bce033f096ee8" providerId="LiveId" clId="{F0DFE144-7E26-4E59-B98E-CFFE3E613B35}" dt="2025-09-27T13:59:51.571" v="4090" actId="478"/>
          <ac:picMkLst>
            <pc:docMk/>
            <pc:sldMk cId="2529654504" sldId="299"/>
            <ac:picMk id="6" creationId="{3FC3FA9D-447E-5C05-09CF-CA3B3D1CE2E3}"/>
          </ac:picMkLst>
        </pc:picChg>
        <pc:picChg chg="mod">
          <ac:chgData name="Alexis Bourla" userId="df4bce033f096ee8" providerId="LiveId" clId="{F0DFE144-7E26-4E59-B98E-CFFE3E613B35}" dt="2025-09-27T13:59:53.855" v="4091" actId="1076"/>
          <ac:picMkLst>
            <pc:docMk/>
            <pc:sldMk cId="2529654504" sldId="299"/>
            <ac:picMk id="8" creationId="{181F806A-27AB-B2C8-21BD-2575B1B8FFE9}"/>
          </ac:picMkLst>
        </pc:picChg>
      </pc:sldChg>
      <pc:sldChg chg="addSp delSp modSp add mod">
        <pc:chgData name="Alexis Bourla" userId="df4bce033f096ee8" providerId="LiveId" clId="{F0DFE144-7E26-4E59-B98E-CFFE3E613B35}" dt="2025-09-27T14:05:05.354" v="4547" actId="1076"/>
        <pc:sldMkLst>
          <pc:docMk/>
          <pc:sldMk cId="1829786330" sldId="300"/>
        </pc:sldMkLst>
        <pc:spChg chg="mod">
          <ac:chgData name="Alexis Bourla" userId="df4bce033f096ee8" providerId="LiveId" clId="{F0DFE144-7E26-4E59-B98E-CFFE3E613B35}" dt="2025-09-27T14:03:16.504" v="4436" actId="113"/>
          <ac:spMkLst>
            <pc:docMk/>
            <pc:sldMk cId="1829786330" sldId="300"/>
            <ac:spMk id="3" creationId="{58482565-625C-6C7F-DDE8-6E94191F4676}"/>
          </ac:spMkLst>
        </pc:spChg>
        <pc:picChg chg="add mod">
          <ac:chgData name="Alexis Bourla" userId="df4bce033f096ee8" providerId="LiveId" clId="{F0DFE144-7E26-4E59-B98E-CFFE3E613B35}" dt="2025-09-27T14:04:27.581" v="4537" actId="1037"/>
          <ac:picMkLst>
            <pc:docMk/>
            <pc:sldMk cId="1829786330" sldId="300"/>
            <ac:picMk id="2" creationId="{0F357B03-E2B3-C9C1-21BC-6D3E0AD7D407}"/>
          </ac:picMkLst>
        </pc:picChg>
        <pc:picChg chg="mod">
          <ac:chgData name="Alexis Bourla" userId="df4bce033f096ee8" providerId="LiveId" clId="{F0DFE144-7E26-4E59-B98E-CFFE3E613B35}" dt="2025-09-27T14:02:10.673" v="4264" actId="1076"/>
          <ac:picMkLst>
            <pc:docMk/>
            <pc:sldMk cId="1829786330" sldId="300"/>
            <ac:picMk id="5" creationId="{56171AC2-25F9-B55B-6F9D-738825FCD712}"/>
          </ac:picMkLst>
        </pc:picChg>
        <pc:picChg chg="add mod">
          <ac:chgData name="Alexis Bourla" userId="df4bce033f096ee8" providerId="LiveId" clId="{F0DFE144-7E26-4E59-B98E-CFFE3E613B35}" dt="2025-09-27T14:05:05.354" v="4547" actId="1076"/>
          <ac:picMkLst>
            <pc:docMk/>
            <pc:sldMk cId="1829786330" sldId="300"/>
            <ac:picMk id="6" creationId="{D25E3585-9F09-B63B-FAC8-AA551DB0B85D}"/>
          </ac:picMkLst>
        </pc:picChg>
        <pc:picChg chg="del">
          <ac:chgData name="Alexis Bourla" userId="df4bce033f096ee8" providerId="LiveId" clId="{F0DFE144-7E26-4E59-B98E-CFFE3E613B35}" dt="2025-09-27T14:02:07.201" v="4263" actId="478"/>
          <ac:picMkLst>
            <pc:docMk/>
            <pc:sldMk cId="1829786330" sldId="300"/>
            <ac:picMk id="8" creationId="{8009DCB3-5DCE-A15E-9F6C-2701F5D4910C}"/>
          </ac:picMkLst>
        </pc:picChg>
      </pc:sldChg>
      <pc:sldChg chg="addSp delSp modSp add mod">
        <pc:chgData name="Alexis Bourla" userId="df4bce033f096ee8" providerId="LiveId" clId="{F0DFE144-7E26-4E59-B98E-CFFE3E613B35}" dt="2025-09-27T14:06:18.801" v="4560" actId="167"/>
        <pc:sldMkLst>
          <pc:docMk/>
          <pc:sldMk cId="3598152569" sldId="301"/>
        </pc:sldMkLst>
        <pc:spChg chg="mod">
          <ac:chgData name="Alexis Bourla" userId="df4bce033f096ee8" providerId="LiveId" clId="{F0DFE144-7E26-4E59-B98E-CFFE3E613B35}" dt="2025-09-27T14:04:07.450" v="4439" actId="1076"/>
          <ac:spMkLst>
            <pc:docMk/>
            <pc:sldMk cId="3598152569" sldId="301"/>
            <ac:spMk id="3" creationId="{59A1A216-29E4-B9E1-D4F3-E06037399950}"/>
          </ac:spMkLst>
        </pc:spChg>
        <pc:picChg chg="mod">
          <ac:chgData name="Alexis Bourla" userId="df4bce033f096ee8" providerId="LiveId" clId="{F0DFE144-7E26-4E59-B98E-CFFE3E613B35}" dt="2025-09-27T14:04:18.561" v="4444" actId="1076"/>
          <ac:picMkLst>
            <pc:docMk/>
            <pc:sldMk cId="3598152569" sldId="301"/>
            <ac:picMk id="4" creationId="{5623DC01-AC50-D621-E931-38EA0B39434E}"/>
          </ac:picMkLst>
        </pc:picChg>
        <pc:picChg chg="del">
          <ac:chgData name="Alexis Bourla" userId="df4bce033f096ee8" providerId="LiveId" clId="{F0DFE144-7E26-4E59-B98E-CFFE3E613B35}" dt="2025-09-27T14:03:45.004" v="4438" actId="478"/>
          <ac:picMkLst>
            <pc:docMk/>
            <pc:sldMk cId="3598152569" sldId="301"/>
            <ac:picMk id="5" creationId="{EEFDF707-BC01-4C7E-AE39-321BB208A72C}"/>
          </ac:picMkLst>
        </pc:picChg>
        <pc:picChg chg="add mod">
          <ac:chgData name="Alexis Bourla" userId="df4bce033f096ee8" providerId="LiveId" clId="{F0DFE144-7E26-4E59-B98E-CFFE3E613B35}" dt="2025-09-27T14:04:20.166" v="4446" actId="1035"/>
          <ac:picMkLst>
            <pc:docMk/>
            <pc:sldMk cId="3598152569" sldId="301"/>
            <ac:picMk id="6" creationId="{7EBE800C-7413-6A0D-2C7C-A5EE8CB9059B}"/>
          </ac:picMkLst>
        </pc:picChg>
        <pc:picChg chg="add mod">
          <ac:chgData name="Alexis Bourla" userId="df4bce033f096ee8" providerId="LiveId" clId="{F0DFE144-7E26-4E59-B98E-CFFE3E613B35}" dt="2025-09-27T14:04:48.815" v="4541" actId="1076"/>
          <ac:picMkLst>
            <pc:docMk/>
            <pc:sldMk cId="3598152569" sldId="301"/>
            <ac:picMk id="8" creationId="{64D76BDB-7D1F-CA79-BC21-F56A6B892AC4}"/>
          </ac:picMkLst>
        </pc:picChg>
        <pc:picChg chg="add mod ord">
          <ac:chgData name="Alexis Bourla" userId="df4bce033f096ee8" providerId="LiveId" clId="{F0DFE144-7E26-4E59-B98E-CFFE3E613B35}" dt="2025-09-27T14:06:18.801" v="4560" actId="167"/>
          <ac:picMkLst>
            <pc:docMk/>
            <pc:sldMk cId="3598152569" sldId="301"/>
            <ac:picMk id="9" creationId="{8C28E4EF-2445-7859-91F8-269EC62F0E4E}"/>
          </ac:picMkLst>
        </pc:picChg>
      </pc:sldChg>
      <pc:sldChg chg="addSp delSp modSp add mod">
        <pc:chgData name="Alexis Bourla" userId="df4bce033f096ee8" providerId="LiveId" clId="{F0DFE144-7E26-4E59-B98E-CFFE3E613B35}" dt="2025-09-27T14:07:14.652" v="4571" actId="1076"/>
        <pc:sldMkLst>
          <pc:docMk/>
          <pc:sldMk cId="1641429197" sldId="302"/>
        </pc:sldMkLst>
        <pc:spChg chg="del">
          <ac:chgData name="Alexis Bourla" userId="df4bce033f096ee8" providerId="LiveId" clId="{F0DFE144-7E26-4E59-B98E-CFFE3E613B35}" dt="2025-09-27T14:04:55.629" v="4544" actId="478"/>
          <ac:spMkLst>
            <pc:docMk/>
            <pc:sldMk cId="1641429197" sldId="302"/>
            <ac:spMk id="3" creationId="{A0148027-2EE1-5FA7-CA44-C62750A18E42}"/>
          </ac:spMkLst>
        </pc:spChg>
        <pc:picChg chg="del">
          <ac:chgData name="Alexis Bourla" userId="df4bce033f096ee8" providerId="LiveId" clId="{F0DFE144-7E26-4E59-B98E-CFFE3E613B35}" dt="2025-09-27T14:04:53.642" v="4543" actId="478"/>
          <ac:picMkLst>
            <pc:docMk/>
            <pc:sldMk cId="1641429197" sldId="302"/>
            <ac:picMk id="4" creationId="{ADAE2923-A33A-84FC-1D88-B3E0854D50CC}"/>
          </ac:picMkLst>
        </pc:picChg>
        <pc:picChg chg="add mod ord modCrop">
          <ac:chgData name="Alexis Bourla" userId="df4bce033f096ee8" providerId="LiveId" clId="{F0DFE144-7E26-4E59-B98E-CFFE3E613B35}" dt="2025-09-27T14:06:22.435" v="4561" actId="167"/>
          <ac:picMkLst>
            <pc:docMk/>
            <pc:sldMk cId="1641429197" sldId="302"/>
            <ac:picMk id="5" creationId="{1D272AA9-2133-AF77-057E-378C63469E5D}"/>
          </ac:picMkLst>
        </pc:picChg>
        <pc:picChg chg="add mod">
          <ac:chgData name="Alexis Bourla" userId="df4bce033f096ee8" providerId="LiveId" clId="{F0DFE144-7E26-4E59-B98E-CFFE3E613B35}" dt="2025-09-27T14:07:14.652" v="4571" actId="1076"/>
          <ac:picMkLst>
            <pc:docMk/>
            <pc:sldMk cId="1641429197" sldId="302"/>
            <ac:picMk id="7" creationId="{5B3563E0-E004-D034-F646-7A8A3EE69EA5}"/>
          </ac:picMkLst>
        </pc:picChg>
        <pc:picChg chg="mod">
          <ac:chgData name="Alexis Bourla" userId="df4bce033f096ee8" providerId="LiveId" clId="{F0DFE144-7E26-4E59-B98E-CFFE3E613B35}" dt="2025-09-27T14:04:59.130" v="4545" actId="1076"/>
          <ac:picMkLst>
            <pc:docMk/>
            <pc:sldMk cId="1641429197" sldId="302"/>
            <ac:picMk id="8" creationId="{160C354F-474B-3497-9534-AF2CDDD506FA}"/>
          </ac:picMkLst>
        </pc:picChg>
      </pc:sldChg>
      <pc:sldChg chg="addSp delSp modSp add mod">
        <pc:chgData name="Alexis Bourla" userId="df4bce033f096ee8" providerId="LiveId" clId="{F0DFE144-7E26-4E59-B98E-CFFE3E613B35}" dt="2025-09-27T14:07:10.515" v="4569" actId="1076"/>
        <pc:sldMkLst>
          <pc:docMk/>
          <pc:sldMk cId="3162542514" sldId="303"/>
        </pc:sldMkLst>
        <pc:picChg chg="add mod">
          <ac:chgData name="Alexis Bourla" userId="df4bce033f096ee8" providerId="LiveId" clId="{F0DFE144-7E26-4E59-B98E-CFFE3E613B35}" dt="2025-09-27T14:07:10.515" v="4569" actId="1076"/>
          <ac:picMkLst>
            <pc:docMk/>
            <pc:sldMk cId="3162542514" sldId="303"/>
            <ac:picMk id="3" creationId="{42333B44-E514-8B1C-5AEE-36E1EB4BB8FF}"/>
          </ac:picMkLst>
        </pc:picChg>
        <pc:picChg chg="mod">
          <ac:chgData name="Alexis Bourla" userId="df4bce033f096ee8" providerId="LiveId" clId="{F0DFE144-7E26-4E59-B98E-CFFE3E613B35}" dt="2025-09-27T14:07:04.477" v="4565" actId="1076"/>
          <ac:picMkLst>
            <pc:docMk/>
            <pc:sldMk cId="3162542514" sldId="303"/>
            <ac:picMk id="5" creationId="{EC35E40C-F2FC-05D6-949C-16AF88F61F91}"/>
          </ac:picMkLst>
        </pc:picChg>
        <pc:picChg chg="del">
          <ac:chgData name="Alexis Bourla" userId="df4bce033f096ee8" providerId="LiveId" clId="{F0DFE144-7E26-4E59-B98E-CFFE3E613B35}" dt="2025-09-27T14:06:37.916" v="4563" actId="478"/>
          <ac:picMkLst>
            <pc:docMk/>
            <pc:sldMk cId="3162542514" sldId="303"/>
            <ac:picMk id="8" creationId="{B0B30E02-9C9A-D482-B468-E21A374BA40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20645-A9E5-4E22-A345-8F99FBA2191B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A28A6-AAE8-4338-A4A8-F4457B0AC3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1232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A28A6-AAE8-4338-A4A8-F4457B0AC354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4663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F05E1-1844-21C3-10BF-67595D8D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F3B6463-C2C9-5A1A-D482-4FFC5C191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5780250-9C64-DE76-41D9-C5FFB4CC4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9E32DE-1FE5-BD0B-62D9-847D02558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A28A6-AAE8-4338-A4A8-F4457B0AC354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584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7C8F7-A044-B8BF-CC5D-575F5333A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F70B64-E591-3EFA-5250-F9DCA8087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8754A5E-F4EC-1C44-ADE8-1366AFCED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9D7597-6ED7-332C-6170-E05B81705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A28A6-AAE8-4338-A4A8-F4457B0AC354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602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35909-D471-68B0-9780-4AE87B8C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F8EE3CB-DD5E-D03F-5521-F6658A51D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13D450B-30FF-BC6A-DE4A-B8AF2A779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238EBF-B8DB-6E7E-FF9E-164E8FF3F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A28A6-AAE8-4338-A4A8-F4457B0AC354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116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0529A-1D9C-FB74-30A1-3E3BE8821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C348C9-E9E7-3F2F-13B4-37821AE4D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F1DCDD4-6D73-647F-7C74-EBBD1D961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69FE6C-F954-5DAB-4E42-9B8C50CE8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A28A6-AAE8-4338-A4A8-F4457B0AC354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0354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18D65-3884-63E5-A6EE-1DFE37530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15EAEAD-E5CE-F33B-82D7-1C0C3DE0F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521BDB2-000C-8A43-20B5-BA42D80D6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6FE41E-5224-430E-2991-A0E48CB3A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A28A6-AAE8-4338-A4A8-F4457B0AC354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6636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BAAA-F30D-5A51-3E17-80917508F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C678AB0-FDA5-579E-5101-FB1CF9172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EB13F9B-EC46-6F26-9F7F-135C4744F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032559-5CFA-35F3-8B8F-67DA0DCD3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A28A6-AAE8-4338-A4A8-F4457B0AC354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8125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FCCF8-6469-7F3D-FB3E-30C5D3148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8CB66A9-AB7F-D0EB-D03E-20AB069A9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868846-5C5E-2C9B-6009-8D0946D08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2B444-F28E-4BF7-84E0-4930A62BBA36}" type="datetimeFigureOut">
              <a:rPr lang="fr-FR" smtClean="0"/>
              <a:t>26/09/2025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54D314-3D13-C5D2-B7D3-C4C94871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07409B-C96C-E262-CE17-766A1CCB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7DC4-B1B9-485F-9C65-277656AF18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388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C1930A-A5DF-DD52-78BE-3298BE0D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800D3A-89C0-0CAF-1890-C69A55E48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7A4B28-9E5D-1B89-7F32-F39D72C14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2B444-F28E-4BF7-84E0-4930A62BBA36}" type="datetimeFigureOut">
              <a:rPr lang="fr-FR" smtClean="0"/>
              <a:t>26/09/2025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5AF785-0909-27BF-A6E0-D21CF5CB8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D0360-47BA-6569-9819-D04AC9F8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7DC4-B1B9-485F-9C65-277656AF18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35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2C871-808E-4D4F-CF9E-A9C22D7DA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DC3BD9-2A4F-67B6-9825-8D61D8DCF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C8604D-CA15-AFEB-4170-933647821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2B444-F28E-4BF7-84E0-4930A62BBA36}" type="datetimeFigureOut">
              <a:rPr lang="fr-FR" smtClean="0"/>
              <a:t>26/09/2025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966271-6379-9AEF-650A-4535B3BF3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3DB596-EC26-BE18-1C8C-2D8131B9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7DC4-B1B9-485F-9C65-277656AF18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47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6D6908-A8E5-DE0F-A8E3-30233AAA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0063A7-CF05-27B8-A87A-CA0BC24F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09ED4F-6B54-1BE5-852E-A5CF31D35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065A28-5DAC-06D9-62E4-0A7B84594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2B444-F28E-4BF7-84E0-4930A62BBA36}" type="datetimeFigureOut">
              <a:rPr lang="fr-FR" smtClean="0"/>
              <a:t>26/09/2025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7C5E948-1DA9-F4DA-DAE5-0EEDAE038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366144-1078-5662-5F33-FBE58BFB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7DC4-B1B9-485F-9C65-277656AF18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31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9AC4F8-065B-587B-AC93-AAB243799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77F66A-CB19-35FA-8B1A-32DF1EFB7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D2A4F3-8DD4-EBE7-3B89-E8D18199E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4D0FA9-B105-951C-349B-2BA69561D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BDF02B2-ED06-2F61-B838-9671A4FC1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78B96E5-4BB5-E714-FEF6-A31FF85B1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2B444-F28E-4BF7-84E0-4930A62BBA36}" type="datetimeFigureOut">
              <a:rPr lang="fr-FR" smtClean="0"/>
              <a:t>26/09/2025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5DF2521-0D5C-BA83-26A5-FE571FA16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B4D32C-EC41-DF1F-48F6-C52D95F6A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7DC4-B1B9-485F-9C65-277656AF18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4065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4B163B-05B8-9349-9570-839A4276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6509206-949F-C2E4-00DC-C6371FD4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2B444-F28E-4BF7-84E0-4930A62BBA36}" type="datetimeFigureOut">
              <a:rPr lang="fr-FR" smtClean="0"/>
              <a:t>26/09/2025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B7D7293-1113-5A94-D82F-1958A30A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B3657A7-44D5-CAFB-52BD-33EBD9B1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7DC4-B1B9-485F-9C65-277656AF18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4887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C5E89D-1CFA-BA25-8203-B24DC4BC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2B444-F28E-4BF7-84E0-4930A62BBA36}" type="datetimeFigureOut">
              <a:rPr lang="fr-FR" smtClean="0"/>
              <a:t>26/09/2025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1941403-6479-566C-E3E8-A63BE3A9A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E14DDB-051D-4BC1-30C2-B0DA6D78B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7DC4-B1B9-485F-9C65-277656AF18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915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019A5-A13F-E40D-A8BC-B7724F3B9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12D6E6-D414-27BC-932C-ADFFE20B2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109B80-23FC-E436-884B-08EDF60BE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57365C-476B-EFE8-9871-9464128B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2B444-F28E-4BF7-84E0-4930A62BBA36}" type="datetimeFigureOut">
              <a:rPr lang="fr-FR" smtClean="0"/>
              <a:t>26/09/2025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452A9C-4B55-F7B4-1B8B-BDDB85D8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2185BB-FCFD-C2AA-D6F8-85C4B7A3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7DC4-B1B9-485F-9C65-277656AF18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989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ADD9D1-BCCD-194D-498C-7EFEB4D5C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E98CE76-F972-8474-B0D1-10BF00E8C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CE97AD1-7D3E-1735-0A60-9CE747C36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7D85C9-9D2D-DBB3-6325-04DC64CDF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2B444-F28E-4BF7-84E0-4930A62BBA36}" type="datetimeFigureOut">
              <a:rPr lang="fr-FR" smtClean="0"/>
              <a:t>26/09/2025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E58DCF-6B4C-C5EC-2533-7AB33DAB7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3C5A46-1E04-AD10-FFC1-EB3668E0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7DC4-B1B9-485F-9C65-277656AF18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3221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13A4DF-F006-F256-DDF0-81C0C4D4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4C9391-55DD-E4C8-5AA5-DADBBCF48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6A833C-7020-F65B-FDCE-577E77585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2B444-F28E-4BF7-84E0-4930A62BBA36}" type="datetimeFigureOut">
              <a:rPr lang="fr-FR" smtClean="0"/>
              <a:t>26/09/2025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9A1F15-BC13-4A00-3908-ADC75C66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03C94F-52F0-372A-998E-205388A2D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7DC4-B1B9-485F-9C65-277656AF18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50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276044F-B9FB-C80B-DCBD-CFDA17D94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DBA4B2-D0AF-C190-BDD4-7198C3E36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161A9A-7395-C03F-81A3-0230059F2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2B444-F28E-4BF7-84E0-4930A62BBA36}" type="datetimeFigureOut">
              <a:rPr lang="fr-FR" smtClean="0"/>
              <a:t>26/09/2025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91BDC8-2C90-0FE3-C3E8-48673E07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707A8C-C537-404F-9CFF-1D9E125F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7DC4-B1B9-485F-9C65-277656AF18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697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451A7A0-B0EF-FEE9-D7E9-793881636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FBAB00-6C6C-6F2C-3D1C-AFBA09A4E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9E31DC-5A61-C1FD-835C-B989E3E42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2B444-F28E-4BF7-84E0-4930A62BBA36}" type="datetimeFigureOut">
              <a:rPr lang="fr-FR" smtClean="0"/>
              <a:t>26/09/2025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00FBFC-112D-A97D-3C5E-3483AA586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C4487F-F619-029D-1B2B-76573D78B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E7DC4-B1B9-485F-9C65-277656AF18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268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DC663181-0617-F0B9-4FFC-4CAE4AD5C6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03"/>
          <a:stretch>
            <a:fillRect/>
          </a:stretch>
        </p:blipFill>
        <p:spPr>
          <a:xfrm>
            <a:off x="0" y="971332"/>
            <a:ext cx="12192000" cy="588666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2DBE999-4AF9-0D7B-C79E-A3F0A9263330}"/>
              </a:ext>
            </a:extLst>
          </p:cNvPr>
          <p:cNvSpPr txBox="1"/>
          <p:nvPr/>
        </p:nvSpPr>
        <p:spPr>
          <a:xfrm>
            <a:off x="178905" y="152400"/>
            <a:ext cx="2813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RETOUR SUR</a:t>
            </a:r>
          </a:p>
        </p:txBody>
      </p:sp>
      <p:pic>
        <p:nvPicPr>
          <p:cNvPr id="1026" name="Picture 2" descr="Accueil – NeuroStim">
            <a:extLst>
              <a:ext uri="{FF2B5EF4-FFF2-40B4-BE49-F238E27FC236}">
                <a16:creationId xmlns:a16="http://schemas.microsoft.com/office/drawing/2014/main" id="{5AFA4FFD-484E-C2B2-804E-F86181C0F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217" y="77442"/>
            <a:ext cx="3067878" cy="845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40D4065-73B7-F559-0B8B-3A3D37498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373" y="160551"/>
            <a:ext cx="1971689" cy="63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33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C8E01CD-2A19-D521-2092-BF0EE1A2D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654" y="0"/>
            <a:ext cx="9124122" cy="687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44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B38D9-25F0-4D43-C68D-D63ABC72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F46EA66-FCF5-7D6C-43F1-EC33E1F8D3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6375"/>
          <a:stretch>
            <a:fillRect/>
          </a:stretch>
        </p:blipFill>
        <p:spPr>
          <a:xfrm>
            <a:off x="1689654" y="0"/>
            <a:ext cx="9124122" cy="162339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8AC163D-DE9F-1F95-6EBA-3A71BC2E55D6}"/>
              </a:ext>
            </a:extLst>
          </p:cNvPr>
          <p:cNvSpPr txBox="1"/>
          <p:nvPr/>
        </p:nvSpPr>
        <p:spPr>
          <a:xfrm>
            <a:off x="2710069" y="2504660"/>
            <a:ext cx="76332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SMD à 0.3 : différence significative mais faible</a:t>
            </a:r>
          </a:p>
          <a:p>
            <a:endParaRPr lang="fr-FR" dirty="0"/>
          </a:p>
          <a:p>
            <a:r>
              <a:rPr lang="fr-FR" dirty="0"/>
              <a:t>Meilleurs résultats si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Cible le DLPFC</a:t>
            </a:r>
          </a:p>
          <a:p>
            <a:pPr marL="285750" indent="-285750">
              <a:buFontTx/>
              <a:buChar char="-"/>
            </a:pPr>
            <a:r>
              <a:rPr lang="fr-FR" dirty="0"/>
              <a:t>Plus de 10 séances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Plus la charge antipsychotique est élevée, moins la réponse est bonne</a:t>
            </a:r>
          </a:p>
          <a:p>
            <a:endParaRPr lang="fr-FR" dirty="0"/>
          </a:p>
          <a:p>
            <a:r>
              <a:rPr lang="fr-FR" dirty="0"/>
              <a:t>Efficace sur les fonctions cognitives essentiellement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Mémoire de travail</a:t>
            </a:r>
          </a:p>
          <a:p>
            <a:pPr marL="285750" indent="-285750">
              <a:buFontTx/>
              <a:buChar char="-"/>
            </a:pPr>
            <a:r>
              <a:rPr lang="fr-FR" dirty="0"/>
              <a:t>Apprentissage verbal 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32794C9-02EC-DE71-3703-023502C61529}"/>
              </a:ext>
            </a:extLst>
          </p:cNvPr>
          <p:cNvSpPr txBox="1"/>
          <p:nvPr/>
        </p:nvSpPr>
        <p:spPr>
          <a:xfrm>
            <a:off x="2360212" y="7229059"/>
            <a:ext cx="84124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« Protocole de Séville » : </a:t>
            </a:r>
            <a:r>
              <a:rPr lang="fr-FR" dirty="0" err="1"/>
              <a:t>cTBS</a:t>
            </a:r>
            <a:r>
              <a:rPr lang="fr-FR" dirty="0"/>
              <a:t> CPFDL droit + </a:t>
            </a:r>
            <a:r>
              <a:rPr lang="fr-FR" dirty="0" err="1"/>
              <a:t>iTBS</a:t>
            </a:r>
            <a:r>
              <a:rPr lang="fr-FR" dirty="0"/>
              <a:t> CPFDL gauche</a:t>
            </a:r>
          </a:p>
          <a:p>
            <a:endParaRPr lang="fr-FR" dirty="0"/>
          </a:p>
          <a:p>
            <a:r>
              <a:rPr lang="fr-FR" dirty="0"/>
              <a:t>Mais deux petites particularités :</a:t>
            </a:r>
          </a:p>
          <a:p>
            <a:endParaRPr lang="fr-FR" dirty="0"/>
          </a:p>
          <a:p>
            <a:r>
              <a:rPr lang="fr-FR" dirty="0"/>
              <a:t>1) Stimulation avec intensité élevée  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cTBS</a:t>
            </a:r>
            <a:r>
              <a:rPr lang="fr-FR" dirty="0"/>
              <a:t> à 110% SM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iTBS</a:t>
            </a:r>
            <a:r>
              <a:rPr lang="fr-FR" dirty="0"/>
              <a:t> à … 133,5% SM (!) 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2) Protocole dit « accéléré » : 4 sessions par jour jusqu’à atteindre 30 sessions</a:t>
            </a:r>
          </a:p>
          <a:p>
            <a:endParaRPr lang="fr-FR" dirty="0"/>
          </a:p>
          <a:p>
            <a:r>
              <a:rPr lang="fr-FR" dirty="0"/>
              <a:t>Résultat : 30% de rémission et 45% de réponse </a:t>
            </a:r>
          </a:p>
          <a:p>
            <a:r>
              <a:rPr lang="fr-FR" dirty="0"/>
              <a:t>MAIS : la moyenne d’évolution de la maladie était … &gt; 20 ans (résistance élevée++)</a:t>
            </a:r>
          </a:p>
        </p:txBody>
      </p:sp>
    </p:spTree>
    <p:extLst>
      <p:ext uri="{BB962C8B-B14F-4D97-AF65-F5344CB8AC3E}">
        <p14:creationId xmlns:p14="http://schemas.microsoft.com/office/powerpoint/2010/main" val="182892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1FEA1-DAF9-A9E6-FBE9-155569FFA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812C550-7F4E-9B55-F128-C2477D7293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139" b="52034"/>
          <a:stretch>
            <a:fillRect/>
          </a:stretch>
        </p:blipFill>
        <p:spPr>
          <a:xfrm>
            <a:off x="1771540" y="0"/>
            <a:ext cx="9124122" cy="170597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A7C9553-ED62-D638-AF7A-A5257CE3E972}"/>
              </a:ext>
            </a:extLst>
          </p:cNvPr>
          <p:cNvSpPr txBox="1"/>
          <p:nvPr/>
        </p:nvSpPr>
        <p:spPr>
          <a:xfrm>
            <a:off x="12576313" y="2663686"/>
            <a:ext cx="76332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SMD à 0.3 : différence significative mais faible</a:t>
            </a:r>
          </a:p>
          <a:p>
            <a:endParaRPr lang="fr-FR" dirty="0"/>
          </a:p>
          <a:p>
            <a:r>
              <a:rPr lang="fr-FR" dirty="0"/>
              <a:t>Meilleurs résultats si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Cible le DLPFC</a:t>
            </a:r>
          </a:p>
          <a:p>
            <a:pPr marL="285750" indent="-285750">
              <a:buFontTx/>
              <a:buChar char="-"/>
            </a:pPr>
            <a:r>
              <a:rPr lang="fr-FR" dirty="0"/>
              <a:t>Plus de 10 séances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Plus la charge antipsychotique est élevée, moins la réponse est bonne</a:t>
            </a:r>
          </a:p>
          <a:p>
            <a:endParaRPr lang="fr-FR" dirty="0"/>
          </a:p>
          <a:p>
            <a:r>
              <a:rPr lang="fr-FR" dirty="0"/>
              <a:t>Efficace sur les fonctions cognitives essentiellement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Mémoire de travail</a:t>
            </a:r>
          </a:p>
          <a:p>
            <a:pPr marL="285750" indent="-285750">
              <a:buFontTx/>
              <a:buChar char="-"/>
            </a:pPr>
            <a:r>
              <a:rPr lang="fr-FR" dirty="0"/>
              <a:t>Apprentissage verbal 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97952A1-D8FF-B860-67B1-F32FB9F55B34}"/>
              </a:ext>
            </a:extLst>
          </p:cNvPr>
          <p:cNvSpPr txBox="1"/>
          <p:nvPr/>
        </p:nvSpPr>
        <p:spPr>
          <a:xfrm>
            <a:off x="2127361" y="2450326"/>
            <a:ext cx="84124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« Protocole de Séville » : </a:t>
            </a:r>
            <a:r>
              <a:rPr lang="fr-FR" dirty="0" err="1"/>
              <a:t>cTBS</a:t>
            </a:r>
            <a:r>
              <a:rPr lang="fr-FR" dirty="0"/>
              <a:t> CPFDL droit + </a:t>
            </a:r>
            <a:r>
              <a:rPr lang="fr-FR" dirty="0" err="1"/>
              <a:t>iTBS</a:t>
            </a:r>
            <a:r>
              <a:rPr lang="fr-FR" dirty="0"/>
              <a:t> CPFDL gauche</a:t>
            </a:r>
          </a:p>
          <a:p>
            <a:endParaRPr lang="fr-FR" dirty="0"/>
          </a:p>
          <a:p>
            <a:r>
              <a:rPr lang="fr-FR" dirty="0"/>
              <a:t>Mais deux petites particularités :</a:t>
            </a:r>
          </a:p>
          <a:p>
            <a:endParaRPr lang="fr-FR" dirty="0"/>
          </a:p>
          <a:p>
            <a:r>
              <a:rPr lang="fr-FR" dirty="0"/>
              <a:t>1) Stimulation avec intensité élevée  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cTBS</a:t>
            </a:r>
            <a:r>
              <a:rPr lang="fr-FR" dirty="0"/>
              <a:t> à 110% SM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iTBS</a:t>
            </a:r>
            <a:r>
              <a:rPr lang="fr-FR" dirty="0"/>
              <a:t> à … 133,5% SM (!) 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2) Protocole dit « accéléré » : 4 sessions par jour jusqu’à atteindre 30 sessions</a:t>
            </a:r>
          </a:p>
          <a:p>
            <a:endParaRPr lang="fr-FR" dirty="0"/>
          </a:p>
          <a:p>
            <a:r>
              <a:rPr lang="fr-FR" dirty="0"/>
              <a:t>Résultat : 30% de rémission et 45% de réponse </a:t>
            </a:r>
          </a:p>
          <a:p>
            <a:r>
              <a:rPr lang="fr-FR" dirty="0"/>
              <a:t>MAIS : la moyenne d’évolution de la maladie était … &gt; 20 ans (résistance élevée++)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BE9B705-34C0-F6FD-8656-09F01C2C88FC}"/>
              </a:ext>
            </a:extLst>
          </p:cNvPr>
          <p:cNvSpPr txBox="1"/>
          <p:nvPr/>
        </p:nvSpPr>
        <p:spPr>
          <a:xfrm>
            <a:off x="2018031" y="7119066"/>
            <a:ext cx="91933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Cocaïne : </a:t>
            </a:r>
          </a:p>
          <a:p>
            <a:r>
              <a:rPr lang="fr-FR" dirty="0"/>
              <a:t>= Dysfonction préfrontale </a:t>
            </a:r>
          </a:p>
          <a:p>
            <a:r>
              <a:rPr lang="fr-FR" dirty="0"/>
              <a:t>+ dérégulation dopaminergique mésolimbique </a:t>
            </a:r>
          </a:p>
          <a:p>
            <a:r>
              <a:rPr lang="fr-FR" dirty="0"/>
              <a:t>+ dérégulation glutamatergique cortico-</a:t>
            </a:r>
            <a:r>
              <a:rPr lang="fr-FR" dirty="0" err="1"/>
              <a:t>striatale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CPFDL permet de jouer sur le réseau de </a:t>
            </a:r>
            <a:r>
              <a:rPr lang="fr-FR" dirty="0" err="1"/>
              <a:t>salience</a:t>
            </a:r>
            <a:r>
              <a:rPr lang="fr-FR" dirty="0"/>
              <a:t> </a:t>
            </a:r>
          </a:p>
          <a:p>
            <a:r>
              <a:rPr lang="fr-FR" dirty="0"/>
              <a:t>CPFVM permet de jouer sur le craving </a:t>
            </a:r>
          </a:p>
          <a:p>
            <a:endParaRPr lang="fr-FR" dirty="0"/>
          </a:p>
          <a:p>
            <a:r>
              <a:rPr lang="fr-FR" dirty="0"/>
              <a:t>93 patients, 2 sessions par jour espacées de 45 minutes (travail motivationnel entre les 2)</a:t>
            </a:r>
          </a:p>
          <a:p>
            <a:r>
              <a:rPr lang="fr-FR" dirty="0"/>
              <a:t>A M3 : 78% d’abstinence chez ceux qui observent le protocole (n = 45%...)</a:t>
            </a:r>
          </a:p>
          <a:p>
            <a:endParaRPr lang="fr-FR" dirty="0"/>
          </a:p>
          <a:p>
            <a:r>
              <a:rPr lang="fr-FR" dirty="0"/>
              <a:t>Facteur prédictif de réussite : abstinence (même courte, ex : 48h) avant le début de la cure</a:t>
            </a:r>
          </a:p>
        </p:txBody>
      </p:sp>
    </p:spTree>
    <p:extLst>
      <p:ext uri="{BB962C8B-B14F-4D97-AF65-F5344CB8AC3E}">
        <p14:creationId xmlns:p14="http://schemas.microsoft.com/office/powerpoint/2010/main" val="25301643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AF611-93CF-922E-882F-CEC1A9B7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D461BCD-AA8C-615C-C3B7-BEBE4D835D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7" t="41538" r="-697" b="25599"/>
          <a:stretch>
            <a:fillRect/>
          </a:stretch>
        </p:blipFill>
        <p:spPr>
          <a:xfrm>
            <a:off x="1835151" y="0"/>
            <a:ext cx="9124122" cy="225817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5D0D430-BC0D-F58D-A0B7-AC3B93F4DC87}"/>
              </a:ext>
            </a:extLst>
          </p:cNvPr>
          <p:cNvSpPr txBox="1"/>
          <p:nvPr/>
        </p:nvSpPr>
        <p:spPr>
          <a:xfrm>
            <a:off x="13028600" y="2434423"/>
            <a:ext cx="84124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« Protocole de Séville » : </a:t>
            </a:r>
            <a:r>
              <a:rPr lang="fr-FR" dirty="0" err="1"/>
              <a:t>cTBS</a:t>
            </a:r>
            <a:r>
              <a:rPr lang="fr-FR" dirty="0"/>
              <a:t> CPFDL droit + </a:t>
            </a:r>
            <a:r>
              <a:rPr lang="fr-FR" dirty="0" err="1"/>
              <a:t>iTBS</a:t>
            </a:r>
            <a:r>
              <a:rPr lang="fr-FR" dirty="0"/>
              <a:t> CPFDL gauche</a:t>
            </a:r>
          </a:p>
          <a:p>
            <a:endParaRPr lang="fr-FR" dirty="0"/>
          </a:p>
          <a:p>
            <a:r>
              <a:rPr lang="fr-FR" dirty="0"/>
              <a:t>Mais deux petites particularités :</a:t>
            </a:r>
          </a:p>
          <a:p>
            <a:endParaRPr lang="fr-FR" dirty="0"/>
          </a:p>
          <a:p>
            <a:r>
              <a:rPr lang="fr-FR" dirty="0"/>
              <a:t>1) Stimulation avec intensité élevée  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cTBS</a:t>
            </a:r>
            <a:r>
              <a:rPr lang="fr-FR" dirty="0"/>
              <a:t> à 110% SM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iTBS</a:t>
            </a:r>
            <a:r>
              <a:rPr lang="fr-FR" dirty="0"/>
              <a:t> à … 133,5% SM (!) 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2) Protocole dit « accéléré » : 4 sessions par jour jusqu’à atteindre 30 sessions</a:t>
            </a:r>
          </a:p>
          <a:p>
            <a:endParaRPr lang="fr-FR" dirty="0"/>
          </a:p>
          <a:p>
            <a:r>
              <a:rPr lang="fr-FR" dirty="0"/>
              <a:t>Résultat : 30% de rémission et 45% de réponse </a:t>
            </a:r>
          </a:p>
          <a:p>
            <a:r>
              <a:rPr lang="fr-FR" dirty="0"/>
              <a:t>MAIS : la moyenne d’évolution de la maladie était … &gt; 20 ans (résistance élevée++)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2C04B1D-5260-7DF0-B012-C8488724296F}"/>
              </a:ext>
            </a:extLst>
          </p:cNvPr>
          <p:cNvSpPr txBox="1"/>
          <p:nvPr/>
        </p:nvSpPr>
        <p:spPr>
          <a:xfrm>
            <a:off x="1835151" y="2674287"/>
            <a:ext cx="91933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Cocaïne : </a:t>
            </a:r>
          </a:p>
          <a:p>
            <a:r>
              <a:rPr lang="fr-FR" dirty="0"/>
              <a:t>= Dysfonction préfrontale </a:t>
            </a:r>
          </a:p>
          <a:p>
            <a:r>
              <a:rPr lang="fr-FR" dirty="0"/>
              <a:t>+ dérégulation dopaminergique mésolimbique </a:t>
            </a:r>
          </a:p>
          <a:p>
            <a:r>
              <a:rPr lang="fr-FR" dirty="0"/>
              <a:t>+ dérégulation glutamatergique cortico-</a:t>
            </a:r>
            <a:r>
              <a:rPr lang="fr-FR" dirty="0" err="1"/>
              <a:t>striatale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CPFDL permet de jouer sur le réseau de </a:t>
            </a:r>
            <a:r>
              <a:rPr lang="fr-FR" dirty="0" err="1"/>
              <a:t>salience</a:t>
            </a:r>
            <a:r>
              <a:rPr lang="fr-FR" dirty="0"/>
              <a:t> </a:t>
            </a:r>
          </a:p>
          <a:p>
            <a:r>
              <a:rPr lang="fr-FR" dirty="0"/>
              <a:t>CPFVM permet de jouer sur le craving </a:t>
            </a:r>
          </a:p>
          <a:p>
            <a:endParaRPr lang="fr-FR" dirty="0"/>
          </a:p>
          <a:p>
            <a:r>
              <a:rPr lang="fr-FR" dirty="0"/>
              <a:t>93 patients, 2 sessions par jour espacées de 45 minutes (travail motivationnel entre les 2)</a:t>
            </a:r>
          </a:p>
          <a:p>
            <a:r>
              <a:rPr lang="fr-FR" dirty="0"/>
              <a:t>A M3 : 78% d’abstinence chez ceux qui observent le protocole (n = 45%...)</a:t>
            </a:r>
          </a:p>
          <a:p>
            <a:endParaRPr lang="fr-FR" dirty="0"/>
          </a:p>
          <a:p>
            <a:r>
              <a:rPr lang="fr-FR" dirty="0"/>
              <a:t>Facteur prédictif de réussite : abstinence (même courte, ex : 48h) avant le début de la cure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1880385-4BAD-F258-CEEE-92CADB177BBA}"/>
              </a:ext>
            </a:extLst>
          </p:cNvPr>
          <p:cNvSpPr txBox="1"/>
          <p:nvPr/>
        </p:nvSpPr>
        <p:spPr>
          <a:xfrm>
            <a:off x="1765189" y="7311222"/>
            <a:ext cx="100743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« CORE-TRD »</a:t>
            </a:r>
          </a:p>
          <a:p>
            <a:endParaRPr lang="fr-FR" dirty="0"/>
          </a:p>
          <a:p>
            <a:r>
              <a:rPr lang="fr-FR" dirty="0"/>
              <a:t>Entre 25 et 70% de troubles cognitifs dans le TRD. </a:t>
            </a:r>
            <a:br>
              <a:rPr lang="fr-FR" dirty="0"/>
            </a:br>
            <a:r>
              <a:rPr lang="fr-FR" dirty="0"/>
              <a:t>Toutes les dimensions peuvent être touchées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Attention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Mémoire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Vitesse de traitement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Exécution (et surtout inhibition)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Etude comparative rTMS versus </a:t>
            </a:r>
            <a:r>
              <a:rPr lang="fr-FR" dirty="0" err="1"/>
              <a:t>Esketamine</a:t>
            </a:r>
            <a:r>
              <a:rPr lang="fr-FR" dirty="0"/>
              <a:t> versus Sham</a:t>
            </a:r>
          </a:p>
          <a:p>
            <a:endParaRPr lang="fr-FR" dirty="0"/>
          </a:p>
          <a:p>
            <a:r>
              <a:rPr lang="fr-FR" dirty="0"/>
              <a:t>Résultat : toutes les dimensions sont améliorées avec rTMS, peu avec </a:t>
            </a:r>
            <a:r>
              <a:rPr lang="fr-FR" dirty="0" err="1"/>
              <a:t>Esketa</a:t>
            </a:r>
            <a:r>
              <a:rPr lang="fr-FR" dirty="0"/>
              <a:t>, rien avec Placébo</a:t>
            </a:r>
          </a:p>
          <a:p>
            <a:r>
              <a:rPr lang="fr-FR" dirty="0"/>
              <a:t>Amélioration cognitive indépendante de l’amélioration thymique</a:t>
            </a:r>
          </a:p>
          <a:p>
            <a:r>
              <a:rPr lang="fr-FR" dirty="0"/>
              <a:t>Score sur batterie 65 (rTMS) vs 45 (</a:t>
            </a:r>
            <a:r>
              <a:rPr lang="fr-FR" dirty="0" err="1"/>
              <a:t>Esketa</a:t>
            </a:r>
            <a:r>
              <a:rPr lang="fr-FR" dirty="0"/>
              <a:t>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50E0081-7E22-7544-E621-AA20D50B1EAE}"/>
              </a:ext>
            </a:extLst>
          </p:cNvPr>
          <p:cNvSpPr txBox="1"/>
          <p:nvPr/>
        </p:nvSpPr>
        <p:spPr>
          <a:xfrm>
            <a:off x="12881114" y="3782282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</p:spTree>
    <p:extLst>
      <p:ext uri="{BB962C8B-B14F-4D97-AF65-F5344CB8AC3E}">
        <p14:creationId xmlns:p14="http://schemas.microsoft.com/office/powerpoint/2010/main" val="20228622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A2C6B-A849-1595-6EB6-A2ADE145B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2B76EEA-F3F9-0D2A-678A-134B60C72B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7" t="60631" r="-697" b="1183"/>
          <a:stretch>
            <a:fillRect/>
          </a:stretch>
        </p:blipFill>
        <p:spPr>
          <a:xfrm>
            <a:off x="1835151" y="7954"/>
            <a:ext cx="9124122" cy="262393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81D3F88-3A4D-97CA-0007-BE087BB0BFAD}"/>
              </a:ext>
            </a:extLst>
          </p:cNvPr>
          <p:cNvSpPr txBox="1"/>
          <p:nvPr/>
        </p:nvSpPr>
        <p:spPr>
          <a:xfrm>
            <a:off x="12601217" y="2944631"/>
            <a:ext cx="91933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Cocaïne : </a:t>
            </a:r>
          </a:p>
          <a:p>
            <a:r>
              <a:rPr lang="fr-FR" dirty="0"/>
              <a:t>= Dysfonction préfrontale </a:t>
            </a:r>
          </a:p>
          <a:p>
            <a:r>
              <a:rPr lang="fr-FR" dirty="0"/>
              <a:t>+ dérégulation dopaminergique mésolimbique </a:t>
            </a:r>
          </a:p>
          <a:p>
            <a:r>
              <a:rPr lang="fr-FR" dirty="0"/>
              <a:t>+ dérégulation glutamatergique cortico-</a:t>
            </a:r>
            <a:r>
              <a:rPr lang="fr-FR" dirty="0" err="1"/>
              <a:t>striatale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CPFDL permet de jouer sur le réseau de </a:t>
            </a:r>
            <a:r>
              <a:rPr lang="fr-FR" dirty="0" err="1"/>
              <a:t>salience</a:t>
            </a:r>
            <a:r>
              <a:rPr lang="fr-FR" dirty="0"/>
              <a:t> </a:t>
            </a:r>
          </a:p>
          <a:p>
            <a:r>
              <a:rPr lang="fr-FR" dirty="0"/>
              <a:t>CPFVM permet de jouer sur le craving </a:t>
            </a:r>
          </a:p>
          <a:p>
            <a:endParaRPr lang="fr-FR" dirty="0"/>
          </a:p>
          <a:p>
            <a:r>
              <a:rPr lang="fr-FR" dirty="0"/>
              <a:t>93 patients, 2 sessions par jour espacées de 45 minutes (travail motivationnel entre les 2)</a:t>
            </a:r>
          </a:p>
          <a:p>
            <a:r>
              <a:rPr lang="fr-FR" dirty="0"/>
              <a:t>A M3 : 78% d’abstinence chez ceux qui observent le protocole (n = 45%...)</a:t>
            </a:r>
          </a:p>
          <a:p>
            <a:endParaRPr lang="fr-FR" dirty="0"/>
          </a:p>
          <a:p>
            <a:r>
              <a:rPr lang="fr-FR" dirty="0"/>
              <a:t>Facteur prédictif de réussite : abstinence (même courte, ex : 48h) avant le début de la cure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B4A45E-86AA-E12C-1E5F-7A9B9247DC8D}"/>
              </a:ext>
            </a:extLst>
          </p:cNvPr>
          <p:cNvSpPr txBox="1"/>
          <p:nvPr/>
        </p:nvSpPr>
        <p:spPr>
          <a:xfrm>
            <a:off x="1725433" y="2683563"/>
            <a:ext cx="100743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« CORE-TRD »</a:t>
            </a:r>
          </a:p>
          <a:p>
            <a:endParaRPr lang="fr-FR" dirty="0"/>
          </a:p>
          <a:p>
            <a:r>
              <a:rPr lang="fr-FR" dirty="0"/>
              <a:t>Entre 25 et 70% de troubles cognitifs dans le TRD. </a:t>
            </a:r>
            <a:br>
              <a:rPr lang="fr-FR" dirty="0"/>
            </a:br>
            <a:r>
              <a:rPr lang="fr-FR" dirty="0"/>
              <a:t>Toutes les dimensions peuvent être touchées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Attention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Mémoire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Vitesse de traitement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Exécution (et surtout inhibition)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Etude comparative rTMS versus </a:t>
            </a:r>
            <a:r>
              <a:rPr lang="fr-FR" dirty="0" err="1"/>
              <a:t>Esketamine</a:t>
            </a:r>
            <a:r>
              <a:rPr lang="fr-FR" dirty="0"/>
              <a:t> versus Sham</a:t>
            </a:r>
          </a:p>
          <a:p>
            <a:endParaRPr lang="fr-FR" dirty="0"/>
          </a:p>
          <a:p>
            <a:r>
              <a:rPr lang="fr-FR" dirty="0"/>
              <a:t>Résultat : toutes les dimensions sont améliorées avec rTMS, peu avec </a:t>
            </a:r>
            <a:r>
              <a:rPr lang="fr-FR" dirty="0" err="1"/>
              <a:t>Esketa</a:t>
            </a:r>
            <a:r>
              <a:rPr lang="fr-FR" dirty="0"/>
              <a:t>, rien avec Placébo</a:t>
            </a:r>
          </a:p>
          <a:p>
            <a:r>
              <a:rPr lang="fr-FR" dirty="0"/>
              <a:t>Amélioration cognitive indépendante de l’amélioration thymique</a:t>
            </a:r>
          </a:p>
          <a:p>
            <a:r>
              <a:rPr lang="fr-FR" dirty="0"/>
              <a:t>Score sur batterie 65 (rTMS) vs 45 (</a:t>
            </a:r>
            <a:r>
              <a:rPr lang="fr-FR" dirty="0" err="1"/>
              <a:t>Esketa</a:t>
            </a:r>
            <a:r>
              <a:rPr lang="fr-FR" dirty="0"/>
              <a:t>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0C37116-36C2-5E41-2ED9-8F75837199DB}"/>
              </a:ext>
            </a:extLst>
          </p:cNvPr>
          <p:cNvSpPr txBox="1"/>
          <p:nvPr/>
        </p:nvSpPr>
        <p:spPr>
          <a:xfrm>
            <a:off x="8285260" y="3800723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3C4F3E8-E9A2-B13E-3323-4A6F08F94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13792" y="47708"/>
            <a:ext cx="6543723" cy="182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0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D4709-FF71-F0C9-36C3-E3E45759C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C07FB30-0894-BB84-5D3E-F7808B0A3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258" y="0"/>
            <a:ext cx="6543723" cy="182881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AC82EF0-A549-4E5C-36FB-0BA1835CC7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" t="60631" r="-697" b="1183"/>
          <a:stretch>
            <a:fillRect/>
          </a:stretch>
        </p:blipFill>
        <p:spPr>
          <a:xfrm>
            <a:off x="12497850" y="0"/>
            <a:ext cx="9124122" cy="262393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4292CE2-E2BA-29F1-BCC0-9E85307793A1}"/>
              </a:ext>
            </a:extLst>
          </p:cNvPr>
          <p:cNvSpPr txBox="1"/>
          <p:nvPr/>
        </p:nvSpPr>
        <p:spPr>
          <a:xfrm>
            <a:off x="12594866" y="2887682"/>
            <a:ext cx="100743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« CORE-TRD »</a:t>
            </a:r>
          </a:p>
          <a:p>
            <a:endParaRPr lang="fr-FR" dirty="0"/>
          </a:p>
          <a:p>
            <a:r>
              <a:rPr lang="fr-FR" dirty="0"/>
              <a:t>Entre 25 et 70% de troubles cognitifs dans le TRD. </a:t>
            </a:r>
            <a:br>
              <a:rPr lang="fr-FR" dirty="0"/>
            </a:br>
            <a:r>
              <a:rPr lang="fr-FR" dirty="0"/>
              <a:t>Toutes les dimensions peuvent être touchées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Attention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Mémoire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Vitesse de traitement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Exécution (et surtout inhibition)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Etude comparative rTMS versus </a:t>
            </a:r>
            <a:r>
              <a:rPr lang="fr-FR" dirty="0" err="1"/>
              <a:t>Esketamine</a:t>
            </a:r>
            <a:r>
              <a:rPr lang="fr-FR" dirty="0"/>
              <a:t> versus Sham</a:t>
            </a:r>
          </a:p>
          <a:p>
            <a:endParaRPr lang="fr-FR" dirty="0"/>
          </a:p>
          <a:p>
            <a:r>
              <a:rPr lang="fr-FR" dirty="0"/>
              <a:t>Résultat : toutes les dimensions sont améliorées avec rTMS, peu avec </a:t>
            </a:r>
            <a:r>
              <a:rPr lang="fr-FR" dirty="0" err="1"/>
              <a:t>Esketa</a:t>
            </a:r>
            <a:r>
              <a:rPr lang="fr-FR" dirty="0"/>
              <a:t>, rien avec Placébo</a:t>
            </a:r>
          </a:p>
          <a:p>
            <a:r>
              <a:rPr lang="fr-FR" dirty="0"/>
              <a:t>Amélioration cognitive indépendante de l’amélioration thymique</a:t>
            </a:r>
          </a:p>
          <a:p>
            <a:r>
              <a:rPr lang="fr-FR" dirty="0"/>
              <a:t>Score sur batterie 65 (rTMS) vs 45 (</a:t>
            </a:r>
            <a:r>
              <a:rPr lang="fr-FR" dirty="0" err="1"/>
              <a:t>Esketa</a:t>
            </a:r>
            <a:r>
              <a:rPr lang="fr-FR" dirty="0"/>
              <a:t>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FCDAF37-5315-A005-D9F8-E0EA06A76F95}"/>
              </a:ext>
            </a:extLst>
          </p:cNvPr>
          <p:cNvSpPr txBox="1"/>
          <p:nvPr/>
        </p:nvSpPr>
        <p:spPr>
          <a:xfrm>
            <a:off x="19154693" y="4004842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66333B8-0924-3846-8957-15A42E47D28C}"/>
              </a:ext>
            </a:extLst>
          </p:cNvPr>
          <p:cNvSpPr txBox="1"/>
          <p:nvPr/>
        </p:nvSpPr>
        <p:spPr>
          <a:xfrm>
            <a:off x="1619314" y="2623931"/>
            <a:ext cx="1007430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Propose d’appliquer la même logique que pour la rTMS :</a:t>
            </a:r>
          </a:p>
          <a:p>
            <a:pPr marL="285750" indent="-285750">
              <a:buFontTx/>
              <a:buChar char="-"/>
            </a:pPr>
            <a:r>
              <a:rPr lang="fr-FR" dirty="0"/>
              <a:t>Une cure = 12 séances minimum</a:t>
            </a:r>
          </a:p>
          <a:p>
            <a:pPr marL="285750" indent="-285750">
              <a:buFontTx/>
              <a:buChar char="-"/>
            </a:pPr>
            <a:r>
              <a:rPr lang="fr-FR" dirty="0"/>
              <a:t>Si zéro amélioration à « </a:t>
            </a:r>
            <a:r>
              <a:rPr lang="fr-FR" dirty="0" err="1"/>
              <a:t>mi-cure</a:t>
            </a:r>
            <a:r>
              <a:rPr lang="fr-FR" dirty="0"/>
              <a:t> » (= 6</a:t>
            </a:r>
            <a:r>
              <a:rPr lang="fr-FR" baseline="30000" dirty="0"/>
              <a:t>ème</a:t>
            </a:r>
            <a:r>
              <a:rPr lang="fr-FR" dirty="0"/>
              <a:t> séance) alors nécessité d’optimiser</a:t>
            </a:r>
          </a:p>
          <a:p>
            <a:pPr marL="285750" indent="-285750">
              <a:buFontTx/>
              <a:buChar char="-"/>
            </a:pPr>
            <a:r>
              <a:rPr lang="fr-FR" dirty="0"/>
              <a:t>Consolidation nécessaire 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L’absence de réponse à une 1</a:t>
            </a:r>
            <a:r>
              <a:rPr lang="fr-FR" baseline="30000" dirty="0"/>
              <a:t>ère</a:t>
            </a:r>
            <a:r>
              <a:rPr lang="fr-FR" dirty="0"/>
              <a:t> cure ne veut pas dire qu’on ne répondra pas à une autre cure </a:t>
            </a:r>
          </a:p>
          <a:p>
            <a:r>
              <a:rPr lang="fr-FR" dirty="0"/>
              <a:t>SI ON CHANGE LES PARAMETRES DE STIMULATION (!)</a:t>
            </a:r>
          </a:p>
          <a:p>
            <a:endParaRPr lang="fr-FR" dirty="0"/>
          </a:p>
          <a:p>
            <a:r>
              <a:rPr lang="fr-FR" dirty="0"/>
              <a:t>Remédiation cognitive indispensable (… pour tous les patients déprimés, pas que ECT)</a:t>
            </a:r>
          </a:p>
          <a:p>
            <a:endParaRPr lang="fr-FR" dirty="0"/>
          </a:p>
          <a:p>
            <a:r>
              <a:rPr lang="fr-FR" dirty="0"/>
              <a:t>Importance d’évaluer la « réserve cérébrale » et « l’exigence intellectuelle » pré-ECT.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18E9379-74E8-4856-AEC0-CD2CF222E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090201" y="1146713"/>
            <a:ext cx="8806589" cy="405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869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4F78B-B9E0-CB2E-B29E-F426C8750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9641D3B-A838-BFC3-B9BD-7772C7B2C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761" y="0"/>
            <a:ext cx="6543723" cy="182881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DD8B68C-E3CD-40F2-2D83-24240AC77EEB}"/>
              </a:ext>
            </a:extLst>
          </p:cNvPr>
          <p:cNvSpPr txBox="1"/>
          <p:nvPr/>
        </p:nvSpPr>
        <p:spPr>
          <a:xfrm>
            <a:off x="19154693" y="4004842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9A106BF-0241-19B3-4B16-847EB9DCE5B8}"/>
              </a:ext>
            </a:extLst>
          </p:cNvPr>
          <p:cNvSpPr txBox="1"/>
          <p:nvPr/>
        </p:nvSpPr>
        <p:spPr>
          <a:xfrm>
            <a:off x="12639817" y="2623931"/>
            <a:ext cx="1007430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Propose d’appliquer la même logique que pour la rTMS :</a:t>
            </a:r>
          </a:p>
          <a:p>
            <a:pPr marL="285750" indent="-285750">
              <a:buFontTx/>
              <a:buChar char="-"/>
            </a:pPr>
            <a:r>
              <a:rPr lang="fr-FR" dirty="0"/>
              <a:t>Une cure = 12 séances minimum</a:t>
            </a:r>
          </a:p>
          <a:p>
            <a:pPr marL="285750" indent="-285750">
              <a:buFontTx/>
              <a:buChar char="-"/>
            </a:pPr>
            <a:r>
              <a:rPr lang="fr-FR" dirty="0"/>
              <a:t>Si zéro amélioration à « </a:t>
            </a:r>
            <a:r>
              <a:rPr lang="fr-FR" dirty="0" err="1"/>
              <a:t>mi-cure</a:t>
            </a:r>
            <a:r>
              <a:rPr lang="fr-FR" dirty="0"/>
              <a:t> » (= 6</a:t>
            </a:r>
            <a:r>
              <a:rPr lang="fr-FR" baseline="30000" dirty="0"/>
              <a:t>ème</a:t>
            </a:r>
            <a:r>
              <a:rPr lang="fr-FR" dirty="0"/>
              <a:t> séance) alors nécessité d’optimiser</a:t>
            </a:r>
          </a:p>
          <a:p>
            <a:pPr marL="285750" indent="-285750">
              <a:buFontTx/>
              <a:buChar char="-"/>
            </a:pPr>
            <a:r>
              <a:rPr lang="fr-FR" dirty="0"/>
              <a:t>Consolidation nécessaire 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L’absence de réponse à une 1</a:t>
            </a:r>
            <a:r>
              <a:rPr lang="fr-FR" baseline="30000" dirty="0"/>
              <a:t>ère</a:t>
            </a:r>
            <a:r>
              <a:rPr lang="fr-FR" dirty="0"/>
              <a:t> cure ne veut pas dire qu’on ne répondra pas à une autre cure </a:t>
            </a:r>
          </a:p>
          <a:p>
            <a:r>
              <a:rPr lang="fr-FR" dirty="0"/>
              <a:t>SI ON CHANGE LES PARAMETRES DE STIMULATION (!)</a:t>
            </a:r>
          </a:p>
          <a:p>
            <a:endParaRPr lang="fr-FR" dirty="0"/>
          </a:p>
          <a:p>
            <a:r>
              <a:rPr lang="fr-FR" dirty="0"/>
              <a:t>Remédiation cognitive indispensable (… pour tous les patients déprimés, pas que ECT)</a:t>
            </a:r>
          </a:p>
          <a:p>
            <a:endParaRPr lang="fr-FR" dirty="0"/>
          </a:p>
          <a:p>
            <a:r>
              <a:rPr lang="fr-FR" dirty="0"/>
              <a:t>Importance d’évaluer la « réserve cérébrale » et « l’exigence intellectuelle » pré-ECT.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7879A31-972A-BEE8-A964-5E5AE6203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464" y="1347865"/>
            <a:ext cx="8806589" cy="405845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92A763A-4699-3290-1005-2ABFE846C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210013" y="1347865"/>
            <a:ext cx="8785623" cy="3886475"/>
          </a:xfrm>
          <a:prstGeom prst="rect">
            <a:avLst/>
          </a:prstGeom>
        </p:spPr>
      </p:pic>
      <p:pic>
        <p:nvPicPr>
          <p:cNvPr id="11" name="Picture 2" descr="Figure 2">
            <a:extLst>
              <a:ext uri="{FF2B5EF4-FFF2-40B4-BE49-F238E27FC236}">
                <a16:creationId xmlns:a16="http://schemas.microsoft.com/office/drawing/2014/main" id="{6C8F7087-ADA7-71B8-9151-22F5C99C9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96270" y="893321"/>
            <a:ext cx="10777318" cy="451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6971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85B70-89D0-7590-DBF5-39ED19697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AD12CE83-6863-2A20-BE1B-A51C9431BD91}"/>
              </a:ext>
            </a:extLst>
          </p:cNvPr>
          <p:cNvSpPr txBox="1"/>
          <p:nvPr/>
        </p:nvSpPr>
        <p:spPr>
          <a:xfrm>
            <a:off x="19154693" y="4004842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E7385A-370A-1AD5-6462-0F56ABF0B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9817" y="1037765"/>
            <a:ext cx="8806589" cy="405845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B03A970-134F-5A75-A971-4799A645B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263" y="1485762"/>
            <a:ext cx="8785623" cy="38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482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785DA-8D0E-9848-A01D-79F70EC4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4EBD87AC-21D1-5472-8E4F-545B07A02191}"/>
              </a:ext>
            </a:extLst>
          </p:cNvPr>
          <p:cNvSpPr txBox="1"/>
          <p:nvPr/>
        </p:nvSpPr>
        <p:spPr>
          <a:xfrm>
            <a:off x="19154693" y="4004842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BF8DE86-A179-AFA9-3E6A-048B10A1D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1001" y="1634112"/>
            <a:ext cx="8806589" cy="405845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DAAA0B5-BDA1-9374-0789-C475FD718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10013" y="1347865"/>
            <a:ext cx="8785623" cy="3886475"/>
          </a:xfrm>
          <a:prstGeom prst="rect">
            <a:avLst/>
          </a:prstGeom>
        </p:spPr>
      </p:pic>
      <p:pic>
        <p:nvPicPr>
          <p:cNvPr id="2050" name="Picture 2" descr="Figure 2">
            <a:extLst>
              <a:ext uri="{FF2B5EF4-FFF2-40B4-BE49-F238E27FC236}">
                <a16:creationId xmlns:a16="http://schemas.microsoft.com/office/drawing/2014/main" id="{5BB4F568-63FA-EF41-6B31-13E515ECC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43" y="1108932"/>
            <a:ext cx="10777318" cy="451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4762974-71C2-5E46-E8D4-C598482D86E8}"/>
              </a:ext>
            </a:extLst>
          </p:cNvPr>
          <p:cNvSpPr txBox="1"/>
          <p:nvPr/>
        </p:nvSpPr>
        <p:spPr>
          <a:xfrm>
            <a:off x="474139" y="6037878"/>
            <a:ext cx="10587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Williams LM. </a:t>
            </a:r>
            <a:r>
              <a:rPr lang="fr-FR" sz="1400" dirty="0" err="1"/>
              <a:t>Precision</a:t>
            </a:r>
            <a:r>
              <a:rPr lang="fr-FR" sz="1400" dirty="0"/>
              <a:t> </a:t>
            </a:r>
            <a:r>
              <a:rPr lang="fr-FR" sz="1400" dirty="0" err="1"/>
              <a:t>psychiatry</a:t>
            </a:r>
            <a:r>
              <a:rPr lang="fr-FR" sz="1400" dirty="0"/>
              <a:t>: a neural circuit </a:t>
            </a:r>
            <a:r>
              <a:rPr lang="fr-FR" sz="1400" dirty="0" err="1"/>
              <a:t>taxonomy</a:t>
            </a:r>
            <a:r>
              <a:rPr lang="fr-FR" sz="1400" dirty="0"/>
              <a:t> for </a:t>
            </a:r>
            <a:r>
              <a:rPr lang="fr-FR" sz="1400" dirty="0" err="1"/>
              <a:t>depression</a:t>
            </a:r>
            <a:r>
              <a:rPr lang="fr-FR" sz="1400" dirty="0"/>
              <a:t> and </a:t>
            </a:r>
            <a:r>
              <a:rPr lang="fr-FR" sz="1400" dirty="0" err="1"/>
              <a:t>anxiety</a:t>
            </a:r>
            <a:r>
              <a:rPr lang="fr-FR" sz="1400" dirty="0"/>
              <a:t>. Lancet </a:t>
            </a:r>
            <a:r>
              <a:rPr lang="fr-FR" sz="1400" dirty="0" err="1"/>
              <a:t>Psychiatry</a:t>
            </a:r>
            <a:r>
              <a:rPr lang="fr-FR" sz="1400" dirty="0"/>
              <a:t>. 2016 May;3(5):472-80. </a:t>
            </a:r>
            <a:r>
              <a:rPr lang="fr-FR" sz="1400" dirty="0" err="1"/>
              <a:t>doi</a:t>
            </a:r>
            <a:r>
              <a:rPr lang="fr-FR" sz="1400" dirty="0"/>
              <a:t>: 10.1016/S2215-0366(15)00579-9. Epub 2016 </a:t>
            </a:r>
            <a:r>
              <a:rPr lang="fr-FR" sz="1400" dirty="0" err="1"/>
              <a:t>Apr</a:t>
            </a:r>
            <a:r>
              <a:rPr lang="fr-FR" sz="1400" dirty="0"/>
              <a:t> 14. PMID: 27150382; PMCID: PMC4922884.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AA08761-9A19-0CDD-5E77-F6FC83A2D38F}"/>
              </a:ext>
            </a:extLst>
          </p:cNvPr>
          <p:cNvSpPr txBox="1"/>
          <p:nvPr/>
        </p:nvSpPr>
        <p:spPr>
          <a:xfrm>
            <a:off x="474139" y="437322"/>
            <a:ext cx="6051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On ne traite pas une pathologie. On traite un « symptôme ». </a:t>
            </a:r>
          </a:p>
        </p:txBody>
      </p:sp>
    </p:spTree>
    <p:extLst>
      <p:ext uri="{BB962C8B-B14F-4D97-AF65-F5344CB8AC3E}">
        <p14:creationId xmlns:p14="http://schemas.microsoft.com/office/powerpoint/2010/main" val="943937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64F75-210C-21F8-7600-3C46DB49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755F9DBF-DBE6-DF3F-AF83-D7F2006D12C6}"/>
              </a:ext>
            </a:extLst>
          </p:cNvPr>
          <p:cNvSpPr txBox="1"/>
          <p:nvPr/>
        </p:nvSpPr>
        <p:spPr>
          <a:xfrm>
            <a:off x="19154693" y="4004842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BDFCE62-2282-CDFA-CA11-06123FEC7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10013" y="1347865"/>
            <a:ext cx="8785623" cy="3886475"/>
          </a:xfrm>
          <a:prstGeom prst="rect">
            <a:avLst/>
          </a:prstGeom>
        </p:spPr>
      </p:pic>
      <p:pic>
        <p:nvPicPr>
          <p:cNvPr id="2050" name="Picture 2" descr="Figure 2">
            <a:extLst>
              <a:ext uri="{FF2B5EF4-FFF2-40B4-BE49-F238E27FC236}">
                <a16:creationId xmlns:a16="http://schemas.microsoft.com/office/drawing/2014/main" id="{74C65620-25D1-161E-A8C3-7649B1FCB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5895" y="1034601"/>
            <a:ext cx="10777318" cy="451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2CBD23F-226C-29EB-2099-DB4A24A79629}"/>
              </a:ext>
            </a:extLst>
          </p:cNvPr>
          <p:cNvSpPr txBox="1"/>
          <p:nvPr/>
        </p:nvSpPr>
        <p:spPr>
          <a:xfrm>
            <a:off x="801081" y="536697"/>
            <a:ext cx="100743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Anomalies du mode par défaut (DMN trop activé) 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CPF antéro-médian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Cortex Cingulaire Postérieur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Gyrus Angulaire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b="1" dirty="0"/>
              <a:t>= Ruminations</a:t>
            </a:r>
          </a:p>
          <a:p>
            <a:endParaRPr lang="fr-FR" b="1" dirty="0"/>
          </a:p>
          <a:p>
            <a:r>
              <a:rPr lang="fr-FR" b="1" dirty="0"/>
              <a:t>= Moduler le CPFAM = rTMS 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970F5C3-D616-7A37-D397-7444F2B47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8249" y="1029177"/>
            <a:ext cx="3482670" cy="479964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F54055D-8626-087B-4F48-5FA08F425B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41" y="1188720"/>
            <a:ext cx="3702091" cy="463467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3F88C8C-8598-802F-1C77-E71FEEE8B3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43" y="3370724"/>
            <a:ext cx="6275870" cy="325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067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3DF36-4A37-AA65-2DD4-2234CBFBE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8014B586-E8A6-C8A6-F054-DAD74190B3A7}"/>
              </a:ext>
            </a:extLst>
          </p:cNvPr>
          <p:cNvSpPr txBox="1"/>
          <p:nvPr/>
        </p:nvSpPr>
        <p:spPr>
          <a:xfrm>
            <a:off x="19154693" y="4004842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B8F2FE8-8BA9-C4D6-D186-C12F9E55C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10013" y="1347865"/>
            <a:ext cx="8785623" cy="3886475"/>
          </a:xfrm>
          <a:prstGeom prst="rect">
            <a:avLst/>
          </a:prstGeom>
        </p:spPr>
      </p:pic>
      <p:pic>
        <p:nvPicPr>
          <p:cNvPr id="2050" name="Picture 2" descr="Figure 2">
            <a:extLst>
              <a:ext uri="{FF2B5EF4-FFF2-40B4-BE49-F238E27FC236}">
                <a16:creationId xmlns:a16="http://schemas.microsoft.com/office/drawing/2014/main" id="{3B3877D8-4F3F-213B-2324-2325C242F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5895" y="1034601"/>
            <a:ext cx="10777318" cy="451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D53D5D7-43C2-C8F8-8635-683E471BF65C}"/>
              </a:ext>
            </a:extLst>
          </p:cNvPr>
          <p:cNvSpPr txBox="1"/>
          <p:nvPr/>
        </p:nvSpPr>
        <p:spPr>
          <a:xfrm>
            <a:off x="1014096" y="474343"/>
            <a:ext cx="1007430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Anomalies du réseau de </a:t>
            </a:r>
            <a:r>
              <a:rPr lang="fr-FR" b="1" dirty="0" err="1"/>
              <a:t>Salience</a:t>
            </a:r>
            <a:endParaRPr lang="fr-FR" b="1" dirty="0"/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Cortex cingulaire antérieur (ACC)</a:t>
            </a:r>
          </a:p>
          <a:p>
            <a:pPr marL="285750" indent="-285750">
              <a:buFontTx/>
              <a:buChar char="-"/>
            </a:pPr>
            <a:r>
              <a:rPr lang="fr-FR" dirty="0"/>
              <a:t>Insula antérieure</a:t>
            </a:r>
          </a:p>
          <a:p>
            <a:pPr marL="285750" indent="-285750">
              <a:buFontTx/>
              <a:buChar char="-"/>
            </a:pPr>
            <a:r>
              <a:rPr lang="fr-FR" dirty="0"/>
              <a:t>Amygdale </a:t>
            </a:r>
          </a:p>
          <a:p>
            <a:endParaRPr lang="fr-FR" dirty="0"/>
          </a:p>
          <a:p>
            <a:r>
              <a:rPr lang="fr-FR" b="1" dirty="0"/>
              <a:t>= Détection des changements environnementaux </a:t>
            </a:r>
          </a:p>
          <a:p>
            <a:r>
              <a:rPr lang="fr-FR" b="1" dirty="0"/>
              <a:t>Internes et externes</a:t>
            </a:r>
          </a:p>
          <a:p>
            <a:endParaRPr lang="fr-FR" dirty="0"/>
          </a:p>
          <a:p>
            <a:r>
              <a:rPr lang="fr-FR" dirty="0"/>
              <a:t>+ circuit distinct « </a:t>
            </a:r>
            <a:r>
              <a:rPr lang="fr-FR" dirty="0" err="1"/>
              <a:t>cingulo</a:t>
            </a:r>
            <a:r>
              <a:rPr lang="fr-FR" dirty="0"/>
              <a:t>-operculaire »  :</a:t>
            </a:r>
          </a:p>
          <a:p>
            <a:pPr marL="285750" indent="-285750">
              <a:buFontTx/>
              <a:buChar char="-"/>
            </a:pPr>
            <a:r>
              <a:rPr lang="fr-FR" dirty="0"/>
              <a:t>CPF antéro-médian </a:t>
            </a:r>
          </a:p>
          <a:p>
            <a:pPr marL="285750" indent="-285750">
              <a:buFontTx/>
              <a:buChar char="-"/>
            </a:pPr>
            <a:r>
              <a:rPr lang="fr-FR" dirty="0"/>
              <a:t>Cortex cingulaire antérieur dorsal (</a:t>
            </a:r>
            <a:r>
              <a:rPr lang="fr-FR" dirty="0" err="1"/>
              <a:t>dACC</a:t>
            </a:r>
            <a:r>
              <a:rPr lang="fr-FR" dirty="0"/>
              <a:t>)</a:t>
            </a:r>
          </a:p>
          <a:p>
            <a:pPr marL="285750" indent="-285750">
              <a:buFontTx/>
              <a:buChar char="-"/>
            </a:pPr>
            <a:r>
              <a:rPr lang="fr-FR" dirty="0"/>
              <a:t>Insula antérieure</a:t>
            </a:r>
          </a:p>
          <a:p>
            <a:pPr marL="285750" indent="-285750">
              <a:buFontTx/>
              <a:buChar char="-"/>
            </a:pPr>
            <a:r>
              <a:rPr lang="fr-FR" dirty="0"/>
              <a:t>Opercule frontal</a:t>
            </a:r>
          </a:p>
          <a:p>
            <a:pPr marL="285750" indent="-285750">
              <a:buFontTx/>
              <a:buChar char="-"/>
            </a:pPr>
            <a:r>
              <a:rPr lang="fr-FR" dirty="0"/>
              <a:t>Thalamus antérieur</a:t>
            </a:r>
          </a:p>
          <a:p>
            <a:pPr marL="285750" indent="-285750">
              <a:buFontTx/>
              <a:buChar char="-"/>
            </a:pPr>
            <a:endParaRPr lang="fr-FR" b="1" dirty="0"/>
          </a:p>
          <a:p>
            <a:r>
              <a:rPr lang="fr-FR" dirty="0"/>
              <a:t>=</a:t>
            </a:r>
            <a:r>
              <a:rPr lang="fr-FR" b="1" dirty="0"/>
              <a:t> Détection des discordances potentielles et des conflits</a:t>
            </a:r>
            <a:r>
              <a:rPr lang="fr-FR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b="1" dirty="0"/>
              <a:t>= Anxiété</a:t>
            </a:r>
          </a:p>
          <a:p>
            <a:endParaRPr lang="fr-FR" b="1" dirty="0"/>
          </a:p>
          <a:p>
            <a:r>
              <a:rPr lang="fr-FR" b="1" dirty="0"/>
              <a:t>= Moduler le CPFAM = rTMS, DBS, FUS 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E0F2D9-2192-11EB-9224-710DC9E69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3473" y="1034601"/>
            <a:ext cx="3482670" cy="479964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D1F9E6E-AED6-08DC-B308-BA62BD9E2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813" y="1111659"/>
            <a:ext cx="3702091" cy="463467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D88ED71-1927-6B8A-D163-DB7B7608BC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0893" y="1154163"/>
            <a:ext cx="4633408" cy="454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406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7EC97-F7EF-07E6-EB4D-2FFE992EC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59C1F032-1B4A-AB39-45E1-75FA823C4A82}"/>
              </a:ext>
            </a:extLst>
          </p:cNvPr>
          <p:cNvSpPr txBox="1"/>
          <p:nvPr/>
        </p:nvSpPr>
        <p:spPr>
          <a:xfrm>
            <a:off x="19154693" y="4004842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E7EC985-2BA5-CD2C-477D-D50C006E9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10013" y="1347865"/>
            <a:ext cx="8785623" cy="388647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7895B63-3CBA-F38C-97EC-03F4EF64A88B}"/>
              </a:ext>
            </a:extLst>
          </p:cNvPr>
          <p:cNvSpPr txBox="1"/>
          <p:nvPr/>
        </p:nvSpPr>
        <p:spPr>
          <a:xfrm>
            <a:off x="870972" y="1111659"/>
            <a:ext cx="100743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Anomalies du « </a:t>
            </a:r>
            <a:r>
              <a:rPr lang="fr-FR" b="1" dirty="0" err="1"/>
              <a:t>Negative</a:t>
            </a:r>
            <a:r>
              <a:rPr lang="fr-FR" b="1" dirty="0"/>
              <a:t> affect circuit »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Amygdale</a:t>
            </a:r>
          </a:p>
          <a:p>
            <a:pPr marL="285750" indent="-285750">
              <a:buFontTx/>
              <a:buChar char="-"/>
            </a:pPr>
            <a:r>
              <a:rPr lang="fr-FR" dirty="0"/>
              <a:t>Hippocampe</a:t>
            </a:r>
          </a:p>
          <a:p>
            <a:pPr marL="285750" indent="-285750">
              <a:buFontTx/>
              <a:buChar char="-"/>
            </a:pPr>
            <a:r>
              <a:rPr lang="fr-FR" dirty="0"/>
              <a:t>Insula </a:t>
            </a:r>
          </a:p>
          <a:p>
            <a:pPr marL="285750" indent="-285750">
              <a:buFontTx/>
              <a:buChar char="-"/>
            </a:pPr>
            <a:r>
              <a:rPr lang="fr-FR" dirty="0"/>
              <a:t>CCA dorsal et ventral </a:t>
            </a:r>
          </a:p>
          <a:p>
            <a:pPr marL="285750" indent="-285750">
              <a:buFontTx/>
              <a:buChar char="-"/>
            </a:pPr>
            <a:r>
              <a:rPr lang="fr-FR" dirty="0"/>
              <a:t>CPF médian ventral et dorsal</a:t>
            </a:r>
          </a:p>
          <a:p>
            <a:endParaRPr lang="fr-FR" dirty="0"/>
          </a:p>
          <a:p>
            <a:r>
              <a:rPr lang="fr-FR" dirty="0"/>
              <a:t>= Détecte les stimuli à valence négative </a:t>
            </a:r>
          </a:p>
          <a:p>
            <a:r>
              <a:rPr lang="fr-FR" dirty="0"/>
              <a:t>= Evaluation et l’expression des l’émotions</a:t>
            </a:r>
          </a:p>
          <a:p>
            <a:endParaRPr lang="fr-FR" dirty="0"/>
          </a:p>
          <a:p>
            <a:r>
              <a:rPr lang="fr-FR" b="1" dirty="0"/>
              <a:t>= biais de traitement lors de stimuli émotionnels négatifs</a:t>
            </a:r>
          </a:p>
          <a:p>
            <a:r>
              <a:rPr lang="fr-FR" b="1" dirty="0"/>
              <a:t>Ex : expressions faciales tristes ou dégoûtées.</a:t>
            </a:r>
          </a:p>
          <a:p>
            <a:endParaRPr lang="fr-FR" b="1" dirty="0"/>
          </a:p>
          <a:p>
            <a:r>
              <a:rPr lang="fr-FR" b="1" dirty="0"/>
              <a:t>= Moduler le CCA = FUS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BAE000-9BEC-FCAB-27F9-1FC3658E2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0893" y="1111659"/>
            <a:ext cx="3702091" cy="463467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9F215CE-23C0-88FF-3D0A-1C9D27A31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238" y="1347865"/>
            <a:ext cx="4633408" cy="454967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13B1E97-6B0C-4A55-3EDF-1A8010E85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0893" y="1265897"/>
            <a:ext cx="4897873" cy="448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319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0E9E2-E78E-FF17-07E3-746C8336A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6C18F29F-60C9-E937-3598-720B96453AEF}"/>
              </a:ext>
            </a:extLst>
          </p:cNvPr>
          <p:cNvSpPr txBox="1"/>
          <p:nvPr/>
        </p:nvSpPr>
        <p:spPr>
          <a:xfrm>
            <a:off x="19154693" y="4004842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0394710-290C-AD4D-3A9C-05DCAC0D4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10013" y="1347865"/>
            <a:ext cx="8785623" cy="388647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CEC7ECC-1598-82C8-D6C3-F459D109443D}"/>
              </a:ext>
            </a:extLst>
          </p:cNvPr>
          <p:cNvSpPr txBox="1"/>
          <p:nvPr/>
        </p:nvSpPr>
        <p:spPr>
          <a:xfrm>
            <a:off x="870972" y="1111659"/>
            <a:ext cx="100743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Anomalies du « </a:t>
            </a:r>
            <a:r>
              <a:rPr lang="fr-FR" b="1" dirty="0" err="1"/>
              <a:t>Negative</a:t>
            </a:r>
            <a:r>
              <a:rPr lang="fr-FR" b="1" dirty="0"/>
              <a:t> affect circuit »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Amygdale</a:t>
            </a:r>
          </a:p>
          <a:p>
            <a:pPr marL="285750" indent="-285750">
              <a:buFontTx/>
              <a:buChar char="-"/>
            </a:pPr>
            <a:r>
              <a:rPr lang="fr-FR" dirty="0"/>
              <a:t>Insula </a:t>
            </a:r>
          </a:p>
          <a:p>
            <a:pPr marL="285750" indent="-285750">
              <a:buFontTx/>
              <a:buChar char="-"/>
            </a:pPr>
            <a:r>
              <a:rPr lang="fr-FR" dirty="0"/>
              <a:t>CCA dorsal et ventral </a:t>
            </a:r>
          </a:p>
          <a:p>
            <a:pPr marL="285750" indent="-285750">
              <a:buFontTx/>
              <a:buChar char="-"/>
            </a:pPr>
            <a:r>
              <a:rPr lang="fr-FR" dirty="0"/>
              <a:t>CPF médian ventral et dorsal</a:t>
            </a:r>
          </a:p>
          <a:p>
            <a:endParaRPr lang="fr-FR" dirty="0"/>
          </a:p>
          <a:p>
            <a:r>
              <a:rPr lang="fr-FR" dirty="0"/>
              <a:t>= Dysrégulation centrale de la menace</a:t>
            </a:r>
          </a:p>
          <a:p>
            <a:r>
              <a:rPr lang="fr-FR" dirty="0"/>
              <a:t>= Hyperactivation amygdalienne </a:t>
            </a:r>
          </a:p>
          <a:p>
            <a:r>
              <a:rPr lang="fr-FR" dirty="0"/>
              <a:t>lors du traitement non conscient de menaces</a:t>
            </a:r>
          </a:p>
          <a:p>
            <a:endParaRPr lang="fr-FR" b="1" dirty="0"/>
          </a:p>
          <a:p>
            <a:r>
              <a:rPr lang="fr-FR" b="1" dirty="0"/>
              <a:t>= Moduler le CCA = FUS 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0BFF7EE-8379-A88B-917C-39BEA16B3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3022" y="1347865"/>
            <a:ext cx="4633408" cy="454967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E60B15F-DD03-0B8B-9110-F672294FF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567" y="1265900"/>
            <a:ext cx="4897873" cy="448044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47BE862-CC7B-0C34-99F0-7DC20C05D3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2621" y="1878508"/>
            <a:ext cx="5590356" cy="348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7257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567E-3E89-AACE-2A91-4D1C1133D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FB7ECB14-B9D6-D445-12AF-D95C2293601E}"/>
              </a:ext>
            </a:extLst>
          </p:cNvPr>
          <p:cNvSpPr txBox="1"/>
          <p:nvPr/>
        </p:nvSpPr>
        <p:spPr>
          <a:xfrm>
            <a:off x="19154693" y="4004842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27002B1-5B1E-F722-A502-66581E922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10013" y="1347865"/>
            <a:ext cx="8785623" cy="388647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6382DA3-2EA8-63C8-3349-E8DBA9313C20}"/>
              </a:ext>
            </a:extLst>
          </p:cNvPr>
          <p:cNvSpPr txBox="1"/>
          <p:nvPr/>
        </p:nvSpPr>
        <p:spPr>
          <a:xfrm>
            <a:off x="763658" y="1652829"/>
            <a:ext cx="100743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Anomalies du « Positive affect circuit »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Striatum</a:t>
            </a:r>
          </a:p>
          <a:p>
            <a:pPr marL="285750" indent="-285750">
              <a:buFontTx/>
              <a:buChar char="-"/>
            </a:pPr>
            <a:r>
              <a:rPr lang="fr-FR" dirty="0"/>
              <a:t>CCA dorsal</a:t>
            </a:r>
          </a:p>
          <a:p>
            <a:pPr marL="285750" indent="-285750">
              <a:buFontTx/>
              <a:buChar char="-"/>
            </a:pPr>
            <a:r>
              <a:rPr lang="fr-FR" dirty="0"/>
              <a:t>CPF médian ventral</a:t>
            </a:r>
          </a:p>
          <a:p>
            <a:pPr marL="285750" indent="-285750">
              <a:buFontTx/>
              <a:buChar char="-"/>
            </a:pPr>
            <a:r>
              <a:rPr lang="fr-FR" dirty="0"/>
              <a:t>Cortex </a:t>
            </a:r>
            <a:r>
              <a:rPr lang="fr-FR" dirty="0" err="1"/>
              <a:t>Orbito-Frontal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b="1" dirty="0"/>
              <a:t>= Anomalie du traitement de la récompense</a:t>
            </a:r>
          </a:p>
          <a:p>
            <a:r>
              <a:rPr lang="fr-FR" b="1" dirty="0"/>
              <a:t>= Dysfonction du traitement de l’affect positif</a:t>
            </a:r>
          </a:p>
          <a:p>
            <a:r>
              <a:rPr lang="fr-FR" b="1" dirty="0"/>
              <a:t>= insensibilité contextuelle</a:t>
            </a:r>
          </a:p>
          <a:p>
            <a:r>
              <a:rPr lang="fr-FR" b="1" dirty="0"/>
              <a:t>= Anticipation excessive de la récompense</a:t>
            </a:r>
          </a:p>
          <a:p>
            <a:r>
              <a:rPr lang="fr-FR" b="1" dirty="0"/>
              <a:t>= Anhédonie</a:t>
            </a:r>
          </a:p>
          <a:p>
            <a:endParaRPr lang="fr-FR" b="1" dirty="0"/>
          </a:p>
          <a:p>
            <a:r>
              <a:rPr lang="fr-FR" b="1" dirty="0"/>
              <a:t>= Moduler le COF et CPF médian = rTMS 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B9042DA-C21B-12F6-5E37-5D5E64528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9971" y="1347865"/>
            <a:ext cx="4897873" cy="448044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D717944-A2FB-0E21-28DC-50CE0A8EF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776" y="1716788"/>
            <a:ext cx="5590356" cy="348838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6B0675E-EF97-ECCD-02F4-339BC2804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73601" y="1652829"/>
            <a:ext cx="6667808" cy="332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836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0C86F-5957-60EA-FA20-1D84B85CF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76333C8-BA4F-42A4-A971-E7516078A704}"/>
              </a:ext>
            </a:extLst>
          </p:cNvPr>
          <p:cNvSpPr txBox="1"/>
          <p:nvPr/>
        </p:nvSpPr>
        <p:spPr>
          <a:xfrm>
            <a:off x="19154693" y="4004842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D9D716A-2617-A33E-6880-1DDD43517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10013" y="1347865"/>
            <a:ext cx="8785623" cy="388647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15D060E-64F4-D2F6-6055-DF978E053839}"/>
              </a:ext>
            </a:extLst>
          </p:cNvPr>
          <p:cNvSpPr txBox="1"/>
          <p:nvPr/>
        </p:nvSpPr>
        <p:spPr>
          <a:xfrm>
            <a:off x="469459" y="611209"/>
            <a:ext cx="1007430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Anomalies du « circuit attentionnel »</a:t>
            </a:r>
          </a:p>
          <a:p>
            <a:r>
              <a:rPr lang="fr-FR" b="1" dirty="0"/>
              <a:t>Anomalies du « circuit de contrôle cognitif » 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DLPFC </a:t>
            </a:r>
          </a:p>
          <a:p>
            <a:pPr marL="285750" indent="-285750">
              <a:buFontTx/>
              <a:buChar char="-"/>
            </a:pPr>
            <a:r>
              <a:rPr lang="fr-FR" dirty="0"/>
              <a:t>CPF médian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Précuneus</a:t>
            </a:r>
            <a:r>
              <a:rPr lang="fr-FR" dirty="0"/>
              <a:t> </a:t>
            </a:r>
          </a:p>
          <a:p>
            <a:pPr marL="285750" indent="-285750">
              <a:buFontTx/>
              <a:buChar char="-"/>
            </a:pPr>
            <a:r>
              <a:rPr lang="fr-FR" dirty="0"/>
              <a:t>Insula</a:t>
            </a:r>
          </a:p>
          <a:p>
            <a:pPr marL="285750" indent="-285750">
              <a:buFontTx/>
              <a:buChar char="-"/>
            </a:pPr>
            <a:r>
              <a:rPr lang="fr-FR" dirty="0"/>
              <a:t>Lobule pariétal antérieur</a:t>
            </a:r>
          </a:p>
          <a:p>
            <a:pPr marL="285750" indent="-285750">
              <a:buFontTx/>
              <a:buChar char="-"/>
            </a:pPr>
            <a:r>
              <a:rPr lang="fr-FR" dirty="0"/>
              <a:t>Etc.</a:t>
            </a:r>
          </a:p>
          <a:p>
            <a:endParaRPr lang="fr-FR" dirty="0"/>
          </a:p>
          <a:p>
            <a:r>
              <a:rPr lang="fr-FR" b="1" dirty="0"/>
              <a:t>= Eveil attentionnel</a:t>
            </a:r>
          </a:p>
          <a:p>
            <a:r>
              <a:rPr lang="fr-FR" b="1" dirty="0"/>
              <a:t>= Attention soutenue</a:t>
            </a:r>
          </a:p>
          <a:p>
            <a:r>
              <a:rPr lang="fr-FR" b="1" dirty="0"/>
              <a:t>= Soutien aux processus mnésiques de rappel</a:t>
            </a:r>
          </a:p>
          <a:p>
            <a:r>
              <a:rPr lang="fr-FR" b="1" dirty="0"/>
              <a:t>_______</a:t>
            </a:r>
          </a:p>
          <a:p>
            <a:r>
              <a:rPr lang="fr-FR" b="1" dirty="0"/>
              <a:t>= Mémoire de travail </a:t>
            </a:r>
          </a:p>
          <a:p>
            <a:r>
              <a:rPr lang="fr-FR" b="1" dirty="0"/>
              <a:t>= Attention sélective</a:t>
            </a:r>
          </a:p>
          <a:p>
            <a:r>
              <a:rPr lang="fr-FR" b="1" dirty="0"/>
              <a:t>= Flexibilité cognitive</a:t>
            </a:r>
          </a:p>
          <a:p>
            <a:r>
              <a:rPr lang="fr-FR" b="1" dirty="0"/>
              <a:t>= Rétrocontrôle émotionnel</a:t>
            </a:r>
          </a:p>
          <a:p>
            <a:endParaRPr lang="fr-FR" b="1" dirty="0"/>
          </a:p>
          <a:p>
            <a:r>
              <a:rPr lang="fr-FR" b="1" dirty="0"/>
              <a:t>= Moduler CPFDL = rTMS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59197D4-7153-50C7-F866-C2B66AF2D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1647" y="1843893"/>
            <a:ext cx="5590356" cy="34883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B504FAF-083B-92A9-4DF6-AE39062A2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528" y="1767177"/>
            <a:ext cx="6667808" cy="3323645"/>
          </a:xfrm>
          <a:prstGeom prst="rect">
            <a:avLst/>
          </a:prstGeom>
        </p:spPr>
      </p:pic>
      <p:pic>
        <p:nvPicPr>
          <p:cNvPr id="8" name="Picture 2" descr="Figure 3">
            <a:extLst>
              <a:ext uri="{FF2B5EF4-FFF2-40B4-BE49-F238E27FC236}">
                <a16:creationId xmlns:a16="http://schemas.microsoft.com/office/drawing/2014/main" id="{D92AB8AB-EBB7-D156-6BE4-94A6A32A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153" y="7051861"/>
            <a:ext cx="498157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8138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D24C-7261-EAF4-A1F6-C7598B1C3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F393B53-5665-6F1E-1023-FEA365876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59" y="468813"/>
            <a:ext cx="11410176" cy="592037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5AF9059-94C0-69C6-052B-B1D3BB1DA01B}"/>
              </a:ext>
            </a:extLst>
          </p:cNvPr>
          <p:cNvSpPr txBox="1"/>
          <p:nvPr/>
        </p:nvSpPr>
        <p:spPr>
          <a:xfrm>
            <a:off x="19154693" y="4004842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38F75CC-A81D-AB25-C2EA-F395BB726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10013" y="1347865"/>
            <a:ext cx="8785623" cy="3886475"/>
          </a:xfrm>
          <a:prstGeom prst="rect">
            <a:avLst/>
          </a:prstGeom>
        </p:spPr>
      </p:pic>
      <p:pic>
        <p:nvPicPr>
          <p:cNvPr id="5" name="Picture 2" descr="Figure 3">
            <a:extLst>
              <a:ext uri="{FF2B5EF4-FFF2-40B4-BE49-F238E27FC236}">
                <a16:creationId xmlns:a16="http://schemas.microsoft.com/office/drawing/2014/main" id="{CD6D12BB-DA53-C252-9B1D-B6E5EEC6E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153" y="7051861"/>
            <a:ext cx="498157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6FA255-8C15-FDBE-05EE-6480F850C0C7}"/>
              </a:ext>
            </a:extLst>
          </p:cNvPr>
          <p:cNvSpPr/>
          <p:nvPr/>
        </p:nvSpPr>
        <p:spPr>
          <a:xfrm>
            <a:off x="5627259" y="468813"/>
            <a:ext cx="6252376" cy="4405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B6840E3-1D16-ED14-FF52-726D9989B4E9}"/>
              </a:ext>
            </a:extLst>
          </p:cNvPr>
          <p:cNvSpPr txBox="1"/>
          <p:nvPr/>
        </p:nvSpPr>
        <p:spPr>
          <a:xfrm>
            <a:off x="5743352" y="1533561"/>
            <a:ext cx="62523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Hyperconnectivité</a:t>
            </a:r>
            <a:r>
              <a:rPr lang="fr-FR" b="1" dirty="0"/>
              <a:t> amygdalienne dans le circuit de </a:t>
            </a:r>
            <a:r>
              <a:rPr lang="fr-FR" b="1" dirty="0" err="1"/>
              <a:t>salience</a:t>
            </a:r>
            <a:r>
              <a:rPr lang="fr-FR" b="1" dirty="0"/>
              <a:t>*</a:t>
            </a:r>
          </a:p>
          <a:p>
            <a:endParaRPr lang="fr-FR" b="1" dirty="0"/>
          </a:p>
          <a:p>
            <a:r>
              <a:rPr lang="fr-FR" b="1" dirty="0" err="1"/>
              <a:t>Hypoconnectivité</a:t>
            </a:r>
            <a:r>
              <a:rPr lang="fr-FR" b="1" dirty="0"/>
              <a:t> du circuit de la récompense</a:t>
            </a:r>
          </a:p>
          <a:p>
            <a:endParaRPr lang="fr-FR" b="1" dirty="0"/>
          </a:p>
          <a:p>
            <a:r>
              <a:rPr lang="fr-FR" b="1" dirty="0" err="1"/>
              <a:t>Hypoconnectivité</a:t>
            </a:r>
            <a:r>
              <a:rPr lang="fr-FR" b="1" dirty="0"/>
              <a:t> du circuit </a:t>
            </a:r>
            <a:r>
              <a:rPr lang="fr-FR" b="1" dirty="0" err="1"/>
              <a:t>fronto</a:t>
            </a:r>
            <a:r>
              <a:rPr lang="fr-FR" b="1" dirty="0"/>
              <a:t>-pariétal</a:t>
            </a:r>
          </a:p>
          <a:p>
            <a:endParaRPr lang="fr-FR" b="1" dirty="0"/>
          </a:p>
          <a:p>
            <a:r>
              <a:rPr lang="fr-FR" b="1" dirty="0" err="1"/>
              <a:t>Hyperconnectivité</a:t>
            </a:r>
            <a:r>
              <a:rPr lang="fr-FR" b="1" dirty="0"/>
              <a:t> du circuit du Mode par Défaut (DMN)</a:t>
            </a:r>
          </a:p>
        </p:txBody>
      </p:sp>
    </p:spTree>
    <p:extLst>
      <p:ext uri="{BB962C8B-B14F-4D97-AF65-F5344CB8AC3E}">
        <p14:creationId xmlns:p14="http://schemas.microsoft.com/office/powerpoint/2010/main" val="31614198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AFA3D-54BF-AAD8-F6F8-EBA0F485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515F2655-428B-FDF9-C258-73EDA6D42F49}"/>
              </a:ext>
            </a:extLst>
          </p:cNvPr>
          <p:cNvSpPr txBox="1"/>
          <p:nvPr/>
        </p:nvSpPr>
        <p:spPr>
          <a:xfrm>
            <a:off x="19154693" y="4004842"/>
            <a:ext cx="3013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Protocole testé : </a:t>
            </a:r>
          </a:p>
          <a:p>
            <a:r>
              <a:rPr lang="fr-FR" dirty="0"/>
              <a:t>22 séances</a:t>
            </a:r>
          </a:p>
          <a:p>
            <a:r>
              <a:rPr lang="fr-FR" dirty="0"/>
              <a:t>1800 pulses </a:t>
            </a:r>
            <a:r>
              <a:rPr lang="fr-FR" dirty="0" err="1"/>
              <a:t>cTBS</a:t>
            </a:r>
            <a:r>
              <a:rPr lang="fr-FR" dirty="0"/>
              <a:t> CPFDL D </a:t>
            </a:r>
          </a:p>
          <a:p>
            <a:r>
              <a:rPr lang="fr-FR" dirty="0"/>
              <a:t>1800 pulses </a:t>
            </a:r>
            <a:r>
              <a:rPr lang="fr-FR" dirty="0" err="1"/>
              <a:t>iTBS</a:t>
            </a:r>
            <a:r>
              <a:rPr lang="fr-FR" dirty="0"/>
              <a:t> CPFDL G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7F26DE7-6A32-D106-FC62-5C9E63FDB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10013" y="1347865"/>
            <a:ext cx="8785623" cy="388647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7B55194-FE2A-5D75-C117-9F3E624E0932}"/>
              </a:ext>
            </a:extLst>
          </p:cNvPr>
          <p:cNvSpPr txBox="1"/>
          <p:nvPr/>
        </p:nvSpPr>
        <p:spPr>
          <a:xfrm>
            <a:off x="204231" y="910720"/>
            <a:ext cx="805433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Adapter les traitements en fonction</a:t>
            </a:r>
          </a:p>
          <a:p>
            <a:r>
              <a:rPr lang="fr-FR" b="1" dirty="0"/>
              <a:t>des symptômes : </a:t>
            </a:r>
          </a:p>
          <a:p>
            <a:endParaRPr lang="fr-FR" b="1" dirty="0"/>
          </a:p>
          <a:p>
            <a:r>
              <a:rPr lang="fr-FR" b="1" dirty="0"/>
              <a:t>Ruminations</a:t>
            </a:r>
            <a:r>
              <a:rPr lang="fr-FR" dirty="0"/>
              <a:t> (DMN) = rTMS</a:t>
            </a:r>
          </a:p>
          <a:p>
            <a:r>
              <a:rPr lang="fr-FR" b="1" dirty="0"/>
              <a:t>Anxiété</a:t>
            </a:r>
            <a:r>
              <a:rPr lang="fr-FR" dirty="0"/>
              <a:t> (</a:t>
            </a:r>
            <a:r>
              <a:rPr lang="fr-FR" dirty="0" err="1"/>
              <a:t>Salience</a:t>
            </a:r>
            <a:r>
              <a:rPr lang="fr-FR" dirty="0"/>
              <a:t>) = rTMS, DBS, FUS</a:t>
            </a:r>
          </a:p>
          <a:p>
            <a:r>
              <a:rPr lang="fr-FR" dirty="0"/>
              <a:t>Biais de </a:t>
            </a:r>
            <a:r>
              <a:rPr lang="fr-FR" b="1" dirty="0"/>
              <a:t>négativité</a:t>
            </a:r>
            <a:r>
              <a:rPr lang="fr-FR" dirty="0"/>
              <a:t> = TCC</a:t>
            </a:r>
          </a:p>
          <a:p>
            <a:r>
              <a:rPr lang="fr-FR" dirty="0"/>
              <a:t>Anomalie du </a:t>
            </a:r>
            <a:r>
              <a:rPr lang="fr-FR" b="1" dirty="0"/>
              <a:t>réseau positif </a:t>
            </a:r>
            <a:r>
              <a:rPr lang="fr-FR" dirty="0"/>
              <a:t>= </a:t>
            </a:r>
            <a:r>
              <a:rPr lang="fr-FR" dirty="0" err="1"/>
              <a:t>Bupropion</a:t>
            </a:r>
            <a:r>
              <a:rPr lang="fr-FR" dirty="0"/>
              <a:t>, dopaminergique</a:t>
            </a:r>
          </a:p>
          <a:p>
            <a:r>
              <a:rPr lang="fr-FR" b="1" dirty="0"/>
              <a:t>Inattention</a:t>
            </a:r>
            <a:r>
              <a:rPr lang="fr-FR" dirty="0"/>
              <a:t> = psychostimulants</a:t>
            </a:r>
          </a:p>
          <a:p>
            <a:r>
              <a:rPr lang="fr-FR" b="1" dirty="0" err="1"/>
              <a:t>Rétrocontrole</a:t>
            </a:r>
            <a:r>
              <a:rPr lang="fr-FR" b="1" dirty="0"/>
              <a:t> cognitif </a:t>
            </a:r>
            <a:r>
              <a:rPr lang="fr-FR" dirty="0"/>
              <a:t>= </a:t>
            </a:r>
            <a:r>
              <a:rPr lang="fr-FR" dirty="0" err="1"/>
              <a:t>remediation</a:t>
            </a:r>
            <a:r>
              <a:rPr lang="fr-FR" dirty="0"/>
              <a:t> cognitive, rTMS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Pour rappel, la rTMS sur le CPFDL gauche entraine : </a:t>
            </a:r>
          </a:p>
          <a:p>
            <a:endParaRPr lang="fr-FR" dirty="0"/>
          </a:p>
          <a:p>
            <a:r>
              <a:rPr lang="fr-FR" dirty="0"/>
              <a:t>- Normalisation de l’équilibre entre le DLPFC gauche et droit.</a:t>
            </a:r>
          </a:p>
          <a:p>
            <a:r>
              <a:rPr lang="fr-FR" dirty="0"/>
              <a:t>- Diminution de la connectivité du DMN avec le DLPFC et l’insula.</a:t>
            </a:r>
          </a:p>
          <a:p>
            <a:r>
              <a:rPr lang="fr-FR" dirty="0"/>
              <a:t>- Diminution de la connectivité entre le circuit de </a:t>
            </a:r>
            <a:r>
              <a:rPr lang="fr-FR" dirty="0" err="1"/>
              <a:t>salience</a:t>
            </a:r>
            <a:r>
              <a:rPr lang="fr-FR" dirty="0"/>
              <a:t> </a:t>
            </a:r>
          </a:p>
          <a:p>
            <a:r>
              <a:rPr lang="fr-FR" dirty="0"/>
              <a:t>et hippocampe.</a:t>
            </a:r>
          </a:p>
          <a:p>
            <a:endParaRPr lang="fr-FR" dirty="0"/>
          </a:p>
          <a:p>
            <a:r>
              <a:rPr lang="fr-FR" dirty="0"/>
              <a:t>= intéressant pour les patients </a:t>
            </a:r>
            <a:r>
              <a:rPr lang="fr-FR" b="1" dirty="0" err="1"/>
              <a:t>anhédoniques</a:t>
            </a:r>
            <a:r>
              <a:rPr lang="fr-FR" dirty="0"/>
              <a:t> également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6228398-28E0-3F41-A42F-F7724CF07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3215" y="1652829"/>
            <a:ext cx="6667808" cy="3323645"/>
          </a:xfrm>
          <a:prstGeom prst="rect">
            <a:avLst/>
          </a:prstGeom>
        </p:spPr>
      </p:pic>
      <p:pic>
        <p:nvPicPr>
          <p:cNvPr id="3074" name="Picture 2" descr="Figure 3">
            <a:extLst>
              <a:ext uri="{FF2B5EF4-FFF2-40B4-BE49-F238E27FC236}">
                <a16:creationId xmlns:a16="http://schemas.microsoft.com/office/drawing/2014/main" id="{06CD5463-0174-3BE7-1167-8A46CB205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6689" y="531791"/>
            <a:ext cx="498157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849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B985-F654-1F56-8026-B7136EE66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E244403-063B-59F4-8B0F-A3B712344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89767" cy="247273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B3D1CD7-2FFB-7636-FC71-E6E5356E0D39}"/>
              </a:ext>
            </a:extLst>
          </p:cNvPr>
          <p:cNvSpPr txBox="1"/>
          <p:nvPr/>
        </p:nvSpPr>
        <p:spPr>
          <a:xfrm>
            <a:off x="326002" y="3053300"/>
            <a:ext cx="55182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Proposent les cibles suivantes dans les TOC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CPFDM 20 Hz 100% SM</a:t>
            </a:r>
          </a:p>
          <a:p>
            <a:pPr marL="285750" indent="-285750">
              <a:buFontTx/>
              <a:buChar char="-"/>
            </a:pPr>
            <a:r>
              <a:rPr lang="fr-FR" dirty="0"/>
              <a:t>Pré-SMA 1 Hz 110% SM </a:t>
            </a:r>
          </a:p>
          <a:p>
            <a:r>
              <a:rPr lang="fr-FR" dirty="0"/>
              <a:t>Indispensable de provoquer les symptômes avant</a:t>
            </a:r>
          </a:p>
          <a:p>
            <a:endParaRPr lang="fr-FR" dirty="0"/>
          </a:p>
          <a:p>
            <a:r>
              <a:rPr lang="fr-FR" dirty="0"/>
              <a:t>Proposent le protocole suivant dans le craving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CPFDL gauche 15 Hz 100% SM </a:t>
            </a:r>
          </a:p>
          <a:p>
            <a:pPr marL="285750" indent="-285750">
              <a:buFontTx/>
              <a:buChar char="-"/>
            </a:pPr>
            <a:r>
              <a:rPr lang="fr-FR" dirty="0"/>
              <a:t>2 fois par jour pendant 15 jours</a:t>
            </a:r>
          </a:p>
          <a:p>
            <a:pPr marL="285750" indent="-285750">
              <a:buFontTx/>
              <a:buChar char="-"/>
            </a:pPr>
            <a:r>
              <a:rPr lang="fr-FR" dirty="0"/>
              <a:t>Puis 1 fois par jour pendant 7 jours</a:t>
            </a:r>
          </a:p>
          <a:p>
            <a:pPr marL="285750" indent="-285750">
              <a:buFontTx/>
              <a:buChar char="-"/>
            </a:pPr>
            <a:r>
              <a:rPr lang="fr-FR" dirty="0"/>
              <a:t>Puis 1 fois par semaine </a:t>
            </a:r>
          </a:p>
          <a:p>
            <a:r>
              <a:rPr lang="fr-FR" dirty="0"/>
              <a:t>Associé à une provocation du craving avant la séance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851B001-BCF7-B1E8-B361-F1D3595C066D}"/>
              </a:ext>
            </a:extLst>
          </p:cNvPr>
          <p:cNvSpPr txBox="1"/>
          <p:nvPr/>
        </p:nvSpPr>
        <p:spPr>
          <a:xfrm>
            <a:off x="6345142" y="1411295"/>
            <a:ext cx="54625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Comment provoquer les symptômes (TOC, craving) ?</a:t>
            </a:r>
          </a:p>
          <a:p>
            <a:endParaRPr lang="fr-FR" dirty="0"/>
          </a:p>
          <a:p>
            <a:r>
              <a:rPr lang="fr-FR" dirty="0"/>
              <a:t>1. Présentation d’un stimulus </a:t>
            </a:r>
          </a:p>
          <a:p>
            <a:r>
              <a:rPr lang="fr-FR" dirty="0"/>
              <a:t>= Photo</a:t>
            </a:r>
          </a:p>
          <a:p>
            <a:r>
              <a:rPr lang="fr-FR" dirty="0"/>
              <a:t>= Visualisation</a:t>
            </a:r>
          </a:p>
          <a:p>
            <a:r>
              <a:rPr lang="fr-FR" dirty="0"/>
              <a:t>= Film </a:t>
            </a:r>
          </a:p>
          <a:p>
            <a:r>
              <a:rPr lang="fr-FR" dirty="0"/>
              <a:t>= VR</a:t>
            </a:r>
          </a:p>
          <a:p>
            <a:r>
              <a:rPr lang="fr-FR" dirty="0"/>
              <a:t>= Objet </a:t>
            </a:r>
          </a:p>
          <a:p>
            <a:endParaRPr lang="fr-FR" dirty="0"/>
          </a:p>
          <a:p>
            <a:r>
              <a:rPr lang="fr-FR" dirty="0"/>
              <a:t>2. Par … stimulation corticale (aide également au ciblage) : même logique que pour la réponse motrice lors de la stimulation de M1, en stimulant certaines zones corticales (</a:t>
            </a:r>
            <a:r>
              <a:rPr lang="fr-FR" dirty="0" err="1"/>
              <a:t>ventro-médiane</a:t>
            </a:r>
            <a:r>
              <a:rPr lang="fr-FR" dirty="0"/>
              <a:t> notamment) il serait possible de … déclencher le symptôme. </a:t>
            </a:r>
          </a:p>
          <a:p>
            <a:r>
              <a:rPr lang="fr-FR" dirty="0"/>
              <a:t>C’est cette zone qu’il faudra inhibée (ou stimuler)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E216B40-6B51-E697-F550-4CFCBA42E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6924578"/>
            <a:ext cx="951075" cy="558329"/>
          </a:xfrm>
          <a:prstGeom prst="rect">
            <a:avLst/>
          </a:prstGeom>
        </p:spPr>
      </p:pic>
      <p:pic>
        <p:nvPicPr>
          <p:cNvPr id="6" name="Picture 2" descr="Figure 3">
            <a:extLst>
              <a:ext uri="{FF2B5EF4-FFF2-40B4-BE49-F238E27FC236}">
                <a16:creationId xmlns:a16="http://schemas.microsoft.com/office/drawing/2014/main" id="{B57534ED-3238-8DA4-67F6-8C587FE58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044" y="-6099596"/>
            <a:ext cx="498157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0651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47F0A-3375-623E-1B32-741C48A96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97C8BD5-1569-46C5-2D9E-7C54F8E56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-854149" y="-492980"/>
            <a:ext cx="718977" cy="31805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D57DF06-59F6-9EAC-C841-31FC678E94BA}"/>
              </a:ext>
            </a:extLst>
          </p:cNvPr>
          <p:cNvSpPr txBox="1"/>
          <p:nvPr/>
        </p:nvSpPr>
        <p:spPr>
          <a:xfrm>
            <a:off x="12563060" y="2122998"/>
            <a:ext cx="55182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Proposent les cibles suivantes dans les TOC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CPFDM 20 Hz 100% SM</a:t>
            </a:r>
          </a:p>
          <a:p>
            <a:pPr marL="285750" indent="-285750">
              <a:buFontTx/>
              <a:buChar char="-"/>
            </a:pPr>
            <a:r>
              <a:rPr lang="fr-FR" dirty="0"/>
              <a:t>Pré-SMA 1 Hz 110% SM </a:t>
            </a:r>
          </a:p>
          <a:p>
            <a:r>
              <a:rPr lang="fr-FR" dirty="0"/>
              <a:t>Indispensable de provoquer les symptômes avant</a:t>
            </a:r>
          </a:p>
          <a:p>
            <a:endParaRPr lang="fr-FR" dirty="0"/>
          </a:p>
          <a:p>
            <a:r>
              <a:rPr lang="fr-FR" dirty="0"/>
              <a:t>Proposent le protocole suivant dans le craving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CPFDL gauche 15 Hz 100% SM </a:t>
            </a:r>
          </a:p>
          <a:p>
            <a:pPr marL="285750" indent="-285750">
              <a:buFontTx/>
              <a:buChar char="-"/>
            </a:pPr>
            <a:r>
              <a:rPr lang="fr-FR" dirty="0"/>
              <a:t>2 fois par jour pendant 15 jours</a:t>
            </a:r>
          </a:p>
          <a:p>
            <a:pPr marL="285750" indent="-285750">
              <a:buFontTx/>
              <a:buChar char="-"/>
            </a:pPr>
            <a:r>
              <a:rPr lang="fr-FR" dirty="0"/>
              <a:t>Puis 1 fois par jour pendant 7 jours</a:t>
            </a:r>
          </a:p>
          <a:p>
            <a:pPr marL="285750" indent="-285750">
              <a:buFontTx/>
              <a:buChar char="-"/>
            </a:pPr>
            <a:r>
              <a:rPr lang="fr-FR" dirty="0"/>
              <a:t>Puis 1 fois par semaine </a:t>
            </a:r>
          </a:p>
          <a:p>
            <a:r>
              <a:rPr lang="fr-FR" dirty="0"/>
              <a:t>Associé à une provocation du craving avant la séance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8E15E72-D53C-D873-328F-7A401CB9812B}"/>
              </a:ext>
            </a:extLst>
          </p:cNvPr>
          <p:cNvSpPr txBox="1"/>
          <p:nvPr/>
        </p:nvSpPr>
        <p:spPr>
          <a:xfrm>
            <a:off x="18582200" y="480993"/>
            <a:ext cx="54625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Comment provoquer les symptômes (TOC, craving) ?</a:t>
            </a:r>
          </a:p>
          <a:p>
            <a:endParaRPr lang="fr-FR" dirty="0"/>
          </a:p>
          <a:p>
            <a:r>
              <a:rPr lang="fr-FR" dirty="0"/>
              <a:t>1. Présentation d’un stimulus </a:t>
            </a:r>
          </a:p>
          <a:p>
            <a:r>
              <a:rPr lang="fr-FR" dirty="0"/>
              <a:t>= Photo</a:t>
            </a:r>
          </a:p>
          <a:p>
            <a:r>
              <a:rPr lang="fr-FR" dirty="0"/>
              <a:t>= Visualisation</a:t>
            </a:r>
          </a:p>
          <a:p>
            <a:r>
              <a:rPr lang="fr-FR" dirty="0"/>
              <a:t>= Film </a:t>
            </a:r>
          </a:p>
          <a:p>
            <a:r>
              <a:rPr lang="fr-FR" dirty="0"/>
              <a:t>= VR</a:t>
            </a:r>
          </a:p>
          <a:p>
            <a:r>
              <a:rPr lang="fr-FR" dirty="0"/>
              <a:t>= Objet </a:t>
            </a:r>
          </a:p>
          <a:p>
            <a:endParaRPr lang="fr-FR" dirty="0"/>
          </a:p>
          <a:p>
            <a:r>
              <a:rPr lang="fr-FR" dirty="0"/>
              <a:t>2. Par … stimulation corticale (aide également au ciblage) : même logique que pour la réponse motrice lors de la stimulation de M1, en stimulant certaines zones corticales (</a:t>
            </a:r>
            <a:r>
              <a:rPr lang="fr-FR" dirty="0" err="1"/>
              <a:t>ventro-médiane</a:t>
            </a:r>
            <a:r>
              <a:rPr lang="fr-FR" dirty="0"/>
              <a:t> notamment) il serait possible de … déclencher le symptôme. </a:t>
            </a:r>
          </a:p>
          <a:p>
            <a:r>
              <a:rPr lang="fr-FR" dirty="0"/>
              <a:t>C’est cette zone qu’il faudra inhibée (ou stimuler)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BE6FC23-B2F8-C35A-9BD8-4EEA83A98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038" y="1485886"/>
            <a:ext cx="6619923" cy="388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521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2F0E1-6476-38FF-D371-F2B184D4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F23B17B-8E5E-60FE-5539-5DAC2936D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-854149" y="-492980"/>
            <a:ext cx="718977" cy="31805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D527401-93AB-9C20-1CD1-5FD589EECDAC}"/>
              </a:ext>
            </a:extLst>
          </p:cNvPr>
          <p:cNvSpPr txBox="1"/>
          <p:nvPr/>
        </p:nvSpPr>
        <p:spPr>
          <a:xfrm>
            <a:off x="2499790" y="2747775"/>
            <a:ext cx="55182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Discussion sur la stimulation cérébelleuse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Bobine en 8 : pas assez profonde</a:t>
            </a:r>
          </a:p>
          <a:p>
            <a:pPr marL="285750" indent="-285750">
              <a:buFontTx/>
              <a:buChar char="-"/>
            </a:pPr>
            <a:r>
              <a:rPr lang="fr-FR" dirty="0"/>
              <a:t>Bobine en V : pas assez focale 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= Création de leur propre bobine « Pringle »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D976B62-F000-209E-4291-66D9A93AB1BB}"/>
              </a:ext>
            </a:extLst>
          </p:cNvPr>
          <p:cNvSpPr txBox="1"/>
          <p:nvPr/>
        </p:nvSpPr>
        <p:spPr>
          <a:xfrm>
            <a:off x="18582200" y="480993"/>
            <a:ext cx="54625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Comment provoquer les symptômes (TOC, craving) ?</a:t>
            </a:r>
          </a:p>
          <a:p>
            <a:endParaRPr lang="fr-FR" dirty="0"/>
          </a:p>
          <a:p>
            <a:r>
              <a:rPr lang="fr-FR" dirty="0"/>
              <a:t>1. Présentation d’un stimulus </a:t>
            </a:r>
          </a:p>
          <a:p>
            <a:r>
              <a:rPr lang="fr-FR" dirty="0"/>
              <a:t>= Photo</a:t>
            </a:r>
          </a:p>
          <a:p>
            <a:r>
              <a:rPr lang="fr-FR" dirty="0"/>
              <a:t>= Visualisation</a:t>
            </a:r>
          </a:p>
          <a:p>
            <a:r>
              <a:rPr lang="fr-FR" dirty="0"/>
              <a:t>= Film </a:t>
            </a:r>
          </a:p>
          <a:p>
            <a:r>
              <a:rPr lang="fr-FR" dirty="0"/>
              <a:t>= VR</a:t>
            </a:r>
          </a:p>
          <a:p>
            <a:r>
              <a:rPr lang="fr-FR" dirty="0"/>
              <a:t>= Objet </a:t>
            </a:r>
          </a:p>
          <a:p>
            <a:endParaRPr lang="fr-FR" dirty="0"/>
          </a:p>
          <a:p>
            <a:r>
              <a:rPr lang="fr-FR" dirty="0"/>
              <a:t>2. Par … stimulation corticale (aide également au ciblage) : même logique que pour la réponse motrice lors de la stimulation de M1, en stimulant certaines zones corticales (</a:t>
            </a:r>
            <a:r>
              <a:rPr lang="fr-FR" dirty="0" err="1"/>
              <a:t>ventro-médiane</a:t>
            </a:r>
            <a:r>
              <a:rPr lang="fr-FR" dirty="0"/>
              <a:t> notamment) il serait possible de … déclencher le symptôme. </a:t>
            </a:r>
          </a:p>
          <a:p>
            <a:r>
              <a:rPr lang="fr-FR" dirty="0"/>
              <a:t>C’est cette zone qu’il faudra inhibée (ou stimuler)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3197AB3-4E19-4B5A-6633-7E8F0F845A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94" b="42686"/>
          <a:stretch>
            <a:fillRect/>
          </a:stretch>
        </p:blipFill>
        <p:spPr>
          <a:xfrm>
            <a:off x="2555450" y="-2531"/>
            <a:ext cx="6619923" cy="212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44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C60F2-257A-39DF-EC67-A26C4737D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B95C101-8688-BFE1-4F98-1BE47EC36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-854149" y="-492980"/>
            <a:ext cx="718977" cy="31805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A8D2EA7-4D8E-A13E-7A8B-AEF59BD1D131}"/>
              </a:ext>
            </a:extLst>
          </p:cNvPr>
          <p:cNvSpPr txBox="1"/>
          <p:nvPr/>
        </p:nvSpPr>
        <p:spPr>
          <a:xfrm>
            <a:off x="2499790" y="2747775"/>
            <a:ext cx="55182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Il serait intéressant de pouvoir stimuler plusieurs zones en même temps ou en séquentiel pour favoriser l’activation des réseaux </a:t>
            </a:r>
          </a:p>
          <a:p>
            <a:endParaRPr lang="fr-FR" dirty="0"/>
          </a:p>
          <a:p>
            <a:r>
              <a:rPr lang="fr-FR" dirty="0"/>
              <a:t>= Création de leur propre bobine </a:t>
            </a:r>
            <a:r>
              <a:rPr lang="fr-FR" dirty="0" err="1"/>
              <a:t>mTMS</a:t>
            </a:r>
            <a:r>
              <a:rPr lang="fr-FR" dirty="0"/>
              <a:t> (multi locus)</a:t>
            </a:r>
          </a:p>
          <a:p>
            <a:r>
              <a:rPr lang="fr-FR" dirty="0"/>
              <a:t>= 5 bobines de stimulation combinées </a:t>
            </a:r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80AE6D1-7ACC-D3CD-03E1-1AD551637805}"/>
              </a:ext>
            </a:extLst>
          </p:cNvPr>
          <p:cNvSpPr txBox="1"/>
          <p:nvPr/>
        </p:nvSpPr>
        <p:spPr>
          <a:xfrm>
            <a:off x="18582200" y="480993"/>
            <a:ext cx="54625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Comment provoquer les symptômes (TOC, craving) ?</a:t>
            </a:r>
          </a:p>
          <a:p>
            <a:endParaRPr lang="fr-FR" dirty="0"/>
          </a:p>
          <a:p>
            <a:r>
              <a:rPr lang="fr-FR" dirty="0"/>
              <a:t>1. Présentation d’un stimulus </a:t>
            </a:r>
          </a:p>
          <a:p>
            <a:r>
              <a:rPr lang="fr-FR" dirty="0"/>
              <a:t>= Photo</a:t>
            </a:r>
          </a:p>
          <a:p>
            <a:r>
              <a:rPr lang="fr-FR" dirty="0"/>
              <a:t>= Visualisation</a:t>
            </a:r>
          </a:p>
          <a:p>
            <a:r>
              <a:rPr lang="fr-FR" dirty="0"/>
              <a:t>= Film </a:t>
            </a:r>
          </a:p>
          <a:p>
            <a:r>
              <a:rPr lang="fr-FR" dirty="0"/>
              <a:t>= VR</a:t>
            </a:r>
          </a:p>
          <a:p>
            <a:r>
              <a:rPr lang="fr-FR" dirty="0"/>
              <a:t>= Objet </a:t>
            </a:r>
          </a:p>
          <a:p>
            <a:endParaRPr lang="fr-FR" dirty="0"/>
          </a:p>
          <a:p>
            <a:r>
              <a:rPr lang="fr-FR" dirty="0"/>
              <a:t>2. Par … stimulation corticale (aide également au ciblage) : même logique que pour la réponse motrice lors de la stimulation de M1, en stimulant certaines zones corticales (</a:t>
            </a:r>
            <a:r>
              <a:rPr lang="fr-FR" dirty="0" err="1"/>
              <a:t>ventro-médiane</a:t>
            </a:r>
            <a:r>
              <a:rPr lang="fr-FR" dirty="0"/>
              <a:t> notamment) il serait possible de … déclencher le symptôme. </a:t>
            </a:r>
          </a:p>
          <a:p>
            <a:r>
              <a:rPr lang="fr-FR" dirty="0"/>
              <a:t>C’est cette zone qu’il faudra inhibée (ou stimuler)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A79CF04-9AFF-B25D-B556-898A245090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94" b="42686"/>
          <a:stretch>
            <a:fillRect/>
          </a:stretch>
        </p:blipFill>
        <p:spPr>
          <a:xfrm>
            <a:off x="2555450" y="-2531"/>
            <a:ext cx="6619923" cy="212653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5A60253-972D-0DEA-4604-98F74E9F7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382" y="3631294"/>
            <a:ext cx="7124057" cy="300707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FCE9DB8-2FA5-4AAB-E1D4-FF801F84A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76184" y="2333287"/>
            <a:ext cx="2441012" cy="386041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6DC0427-9D7E-EA70-4DB8-0C1A7B32F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17877" y="2230284"/>
            <a:ext cx="3631222" cy="406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562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9A732-52E4-D28A-6249-2E461F242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8903D16-6A1F-CC6A-AB87-AA6E562DB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-854149" y="-492980"/>
            <a:ext cx="718977" cy="31805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A8BE646-60C8-74BB-69FF-1809447D75A6}"/>
              </a:ext>
            </a:extLst>
          </p:cNvPr>
          <p:cNvSpPr txBox="1"/>
          <p:nvPr/>
        </p:nvSpPr>
        <p:spPr>
          <a:xfrm>
            <a:off x="2499790" y="2747775"/>
            <a:ext cx="55182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Il serait intéressant de pouvoir stimuler plusieurs zones en même temps ou en séquentiel pour favoriser l’activation des réseaux </a:t>
            </a:r>
          </a:p>
          <a:p>
            <a:endParaRPr lang="fr-FR" dirty="0"/>
          </a:p>
          <a:p>
            <a:r>
              <a:rPr lang="fr-FR" dirty="0"/>
              <a:t>= Création de leur propre bobine </a:t>
            </a:r>
            <a:r>
              <a:rPr lang="fr-FR" dirty="0" err="1"/>
              <a:t>mTMS</a:t>
            </a:r>
            <a:r>
              <a:rPr lang="fr-FR" dirty="0"/>
              <a:t> (multi locus)</a:t>
            </a:r>
          </a:p>
          <a:p>
            <a:r>
              <a:rPr lang="fr-FR" dirty="0"/>
              <a:t>= 5 bobines de stimulation combinées </a:t>
            </a:r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66C8326-CEE4-C5C7-0F52-7D002CA78D0B}"/>
              </a:ext>
            </a:extLst>
          </p:cNvPr>
          <p:cNvSpPr txBox="1"/>
          <p:nvPr/>
        </p:nvSpPr>
        <p:spPr>
          <a:xfrm>
            <a:off x="18582200" y="480993"/>
            <a:ext cx="54625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Comment provoquer les symptômes (TOC, craving) ?</a:t>
            </a:r>
          </a:p>
          <a:p>
            <a:endParaRPr lang="fr-FR" dirty="0"/>
          </a:p>
          <a:p>
            <a:r>
              <a:rPr lang="fr-FR" dirty="0"/>
              <a:t>1. Présentation d’un stimulus </a:t>
            </a:r>
          </a:p>
          <a:p>
            <a:r>
              <a:rPr lang="fr-FR" dirty="0"/>
              <a:t>= Photo</a:t>
            </a:r>
          </a:p>
          <a:p>
            <a:r>
              <a:rPr lang="fr-FR" dirty="0"/>
              <a:t>= Visualisation</a:t>
            </a:r>
          </a:p>
          <a:p>
            <a:r>
              <a:rPr lang="fr-FR" dirty="0"/>
              <a:t>= Film </a:t>
            </a:r>
          </a:p>
          <a:p>
            <a:r>
              <a:rPr lang="fr-FR" dirty="0"/>
              <a:t>= VR</a:t>
            </a:r>
          </a:p>
          <a:p>
            <a:r>
              <a:rPr lang="fr-FR" dirty="0"/>
              <a:t>= Objet </a:t>
            </a:r>
          </a:p>
          <a:p>
            <a:endParaRPr lang="fr-FR" dirty="0"/>
          </a:p>
          <a:p>
            <a:r>
              <a:rPr lang="fr-FR" dirty="0"/>
              <a:t>2. Par … stimulation corticale (aide également au ciblage) : même logique que pour la réponse motrice lors de la stimulation de M1, en stimulant certaines zones corticales (</a:t>
            </a:r>
            <a:r>
              <a:rPr lang="fr-FR" dirty="0" err="1"/>
              <a:t>ventro-médiane</a:t>
            </a:r>
            <a:r>
              <a:rPr lang="fr-FR" dirty="0"/>
              <a:t> notamment) il serait possible de … déclencher le symptôme. </a:t>
            </a:r>
          </a:p>
          <a:p>
            <a:r>
              <a:rPr lang="fr-FR" dirty="0"/>
              <a:t>C’est cette zone qu’il faudra inhibée (ou stimuler)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74EDB94-2E37-8796-EB39-6CDA86C6AE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94" b="42686"/>
          <a:stretch>
            <a:fillRect/>
          </a:stretch>
        </p:blipFill>
        <p:spPr>
          <a:xfrm>
            <a:off x="2555450" y="-2531"/>
            <a:ext cx="6619923" cy="212653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90654E9-EDCF-ADA9-4807-632EADA71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8" y="2230284"/>
            <a:ext cx="2441012" cy="386041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321F1BD-BE42-FE6B-B17F-E1D6C63AF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098" y="2310335"/>
            <a:ext cx="3631222" cy="406642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3858AB9-92F3-8747-3640-9C7BC58725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4356" y="7058306"/>
            <a:ext cx="7124057" cy="300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359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F2F3-59BE-9A63-400B-BC2C4806A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BCF5156-0A65-0B98-BA34-80974E7E9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-854149" y="-492980"/>
            <a:ext cx="718977" cy="31805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C01E352-0C98-321E-D3BD-429E4561C779}"/>
              </a:ext>
            </a:extLst>
          </p:cNvPr>
          <p:cNvSpPr txBox="1"/>
          <p:nvPr/>
        </p:nvSpPr>
        <p:spPr>
          <a:xfrm>
            <a:off x="2499790" y="2747775"/>
            <a:ext cx="55182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Il serait intéressant de pouvoir stimuler plusieurs zones en même temps ou en séquentiel pour favoriser l’activation des réseaux </a:t>
            </a:r>
          </a:p>
          <a:p>
            <a:endParaRPr lang="fr-FR" dirty="0"/>
          </a:p>
          <a:p>
            <a:r>
              <a:rPr lang="fr-FR" dirty="0"/>
              <a:t>= Création de leur propre bobine </a:t>
            </a:r>
            <a:r>
              <a:rPr lang="fr-FR" dirty="0" err="1"/>
              <a:t>mTMS</a:t>
            </a:r>
            <a:r>
              <a:rPr lang="fr-FR" dirty="0"/>
              <a:t> (multi locus)</a:t>
            </a:r>
          </a:p>
          <a:p>
            <a:r>
              <a:rPr lang="fr-FR" dirty="0"/>
              <a:t>= 5 bobines de stimulation combinées </a:t>
            </a:r>
          </a:p>
          <a:p>
            <a:endParaRPr lang="fr-FR" dirty="0"/>
          </a:p>
          <a:p>
            <a:r>
              <a:rPr lang="fr-FR" dirty="0"/>
              <a:t>Casque </a:t>
            </a:r>
            <a:r>
              <a:rPr lang="fr-FR" dirty="0" err="1"/>
              <a:t>mTMS</a:t>
            </a:r>
            <a:r>
              <a:rPr lang="fr-FR" dirty="0"/>
              <a:t> : </a:t>
            </a:r>
          </a:p>
          <a:p>
            <a:r>
              <a:rPr lang="fr-FR" dirty="0"/>
              <a:t>- 5 parties</a:t>
            </a:r>
          </a:p>
          <a:p>
            <a:r>
              <a:rPr lang="fr-FR" dirty="0"/>
              <a:t>- Chaque partie = 3 bobines</a:t>
            </a:r>
          </a:p>
          <a:p>
            <a:r>
              <a:rPr lang="fr-FR" dirty="0"/>
              <a:t>- Possibilité de stimuler n’importe quelle zone </a:t>
            </a:r>
          </a:p>
          <a:p>
            <a:r>
              <a:rPr lang="fr-FR" dirty="0"/>
              <a:t>- Possibilité de déplacer le point de stimulation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063D8CC-E5DA-6E45-83BE-C3C49A66EF28}"/>
              </a:ext>
            </a:extLst>
          </p:cNvPr>
          <p:cNvSpPr txBox="1"/>
          <p:nvPr/>
        </p:nvSpPr>
        <p:spPr>
          <a:xfrm>
            <a:off x="18582200" y="480993"/>
            <a:ext cx="54625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Comment provoquer les symptômes (TOC, craving) ?</a:t>
            </a:r>
          </a:p>
          <a:p>
            <a:endParaRPr lang="fr-FR" dirty="0"/>
          </a:p>
          <a:p>
            <a:r>
              <a:rPr lang="fr-FR" dirty="0"/>
              <a:t>1. Présentation d’un stimulus </a:t>
            </a:r>
          </a:p>
          <a:p>
            <a:r>
              <a:rPr lang="fr-FR" dirty="0"/>
              <a:t>= Photo</a:t>
            </a:r>
          </a:p>
          <a:p>
            <a:r>
              <a:rPr lang="fr-FR" dirty="0"/>
              <a:t>= Visualisation</a:t>
            </a:r>
          </a:p>
          <a:p>
            <a:r>
              <a:rPr lang="fr-FR" dirty="0"/>
              <a:t>= Film </a:t>
            </a:r>
          </a:p>
          <a:p>
            <a:r>
              <a:rPr lang="fr-FR" dirty="0"/>
              <a:t>= VR</a:t>
            </a:r>
          </a:p>
          <a:p>
            <a:r>
              <a:rPr lang="fr-FR" dirty="0"/>
              <a:t>= Objet </a:t>
            </a:r>
          </a:p>
          <a:p>
            <a:endParaRPr lang="fr-FR" dirty="0"/>
          </a:p>
          <a:p>
            <a:r>
              <a:rPr lang="fr-FR" dirty="0"/>
              <a:t>2. Par … stimulation corticale (aide également au ciblage) : même logique que pour la réponse motrice lors de la stimulation de M1, en stimulant certaines zones corticales (</a:t>
            </a:r>
            <a:r>
              <a:rPr lang="fr-FR" dirty="0" err="1"/>
              <a:t>ventro-médiane</a:t>
            </a:r>
            <a:r>
              <a:rPr lang="fr-FR" dirty="0"/>
              <a:t> notamment) il serait possible de … déclencher le symptôme. </a:t>
            </a:r>
          </a:p>
          <a:p>
            <a:r>
              <a:rPr lang="fr-FR" dirty="0"/>
              <a:t>C’est cette zone qu’il faudra inhibée (ou stimuler)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ABC40C6-71CA-5D31-72E8-4C94140215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94" b="42686"/>
          <a:stretch>
            <a:fillRect/>
          </a:stretch>
        </p:blipFill>
        <p:spPr>
          <a:xfrm>
            <a:off x="2555450" y="-2531"/>
            <a:ext cx="6619923" cy="212653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2BE526F-54E4-E3A3-5C77-F563B7B22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32305" y="2198479"/>
            <a:ext cx="2441012" cy="386041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ADDEA27-094E-BEDC-EE66-543071F4F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8465" y="2198479"/>
            <a:ext cx="3631222" cy="40664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28B386B-2A09-D759-1F73-910E854F17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2080" y="2438280"/>
            <a:ext cx="3898488" cy="406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6078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589-0655-F094-3B64-92D395AF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F80C48D-1A0E-BFE2-2129-0EC5419F71AB}"/>
              </a:ext>
            </a:extLst>
          </p:cNvPr>
          <p:cNvSpPr txBox="1"/>
          <p:nvPr/>
        </p:nvSpPr>
        <p:spPr>
          <a:xfrm>
            <a:off x="2953014" y="7120993"/>
            <a:ext cx="55182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Il serait intéressant de pouvoir stimuler plusieurs zones en même temps ou en séquentiel pour favoriser l’activation des réseaux </a:t>
            </a:r>
          </a:p>
          <a:p>
            <a:endParaRPr lang="fr-FR" dirty="0"/>
          </a:p>
          <a:p>
            <a:r>
              <a:rPr lang="fr-FR" dirty="0"/>
              <a:t>= Création de leur propre bobine </a:t>
            </a:r>
            <a:r>
              <a:rPr lang="fr-FR" dirty="0" err="1"/>
              <a:t>mTMS</a:t>
            </a:r>
            <a:r>
              <a:rPr lang="fr-FR" dirty="0"/>
              <a:t> (multi locus)</a:t>
            </a:r>
          </a:p>
          <a:p>
            <a:r>
              <a:rPr lang="fr-FR" dirty="0"/>
              <a:t>= 5 bobines de stimulation combinées </a:t>
            </a:r>
          </a:p>
          <a:p>
            <a:endParaRPr lang="fr-FR" dirty="0"/>
          </a:p>
          <a:p>
            <a:r>
              <a:rPr lang="fr-FR" dirty="0"/>
              <a:t>Casque </a:t>
            </a:r>
            <a:r>
              <a:rPr lang="fr-FR" dirty="0" err="1"/>
              <a:t>mTMS</a:t>
            </a:r>
            <a:r>
              <a:rPr lang="fr-FR" dirty="0"/>
              <a:t> : </a:t>
            </a:r>
          </a:p>
          <a:p>
            <a:r>
              <a:rPr lang="fr-FR" dirty="0"/>
              <a:t>- 5 parties</a:t>
            </a:r>
          </a:p>
          <a:p>
            <a:r>
              <a:rPr lang="fr-FR" dirty="0"/>
              <a:t>- Chaque partie = 3 bobines</a:t>
            </a:r>
          </a:p>
          <a:p>
            <a:r>
              <a:rPr lang="fr-FR" dirty="0"/>
              <a:t>- Possibilité de stimuler n’importe quelle zone </a:t>
            </a:r>
          </a:p>
          <a:p>
            <a:r>
              <a:rPr lang="fr-FR" dirty="0"/>
              <a:t>- Possibilité de déplacer le point de stimulation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2353D58-BE67-1E5A-F75C-4655D13C54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335" b="1589"/>
          <a:stretch>
            <a:fillRect/>
          </a:stretch>
        </p:blipFill>
        <p:spPr>
          <a:xfrm>
            <a:off x="2555450" y="4"/>
            <a:ext cx="6619923" cy="116884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3EC6B0B-E7C5-1734-268B-8EB26CA4C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9983" y="2493939"/>
            <a:ext cx="3898488" cy="406642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E6E3A16-95F9-9232-A1BA-65FC44570921}"/>
              </a:ext>
            </a:extLst>
          </p:cNvPr>
          <p:cNvSpPr txBox="1"/>
          <p:nvPr/>
        </p:nvSpPr>
        <p:spPr>
          <a:xfrm>
            <a:off x="1483347" y="1826749"/>
            <a:ext cx="961667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Psychédéliques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Agonistes puissants 5HT2A</a:t>
            </a:r>
          </a:p>
          <a:p>
            <a:pPr marL="285750" indent="-285750">
              <a:buFontTx/>
              <a:buChar char="-"/>
            </a:pPr>
            <a:r>
              <a:rPr lang="fr-FR" dirty="0"/>
              <a:t>Modificateurs de l’entropie : ajoutent du chao et de l’imprévisibilité 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Cerveau = prédicteur (intègre en permanence les 2 types de prédictions)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Prédictions de bas niveau : sensorimotrices = </a:t>
            </a:r>
            <a:r>
              <a:rPr lang="fr-FR" dirty="0" err="1"/>
              <a:t>bottom</a:t>
            </a:r>
            <a:r>
              <a:rPr lang="fr-FR" dirty="0"/>
              <a:t> up</a:t>
            </a:r>
          </a:p>
          <a:p>
            <a:pPr marL="285750" indent="-285750">
              <a:buFontTx/>
              <a:buChar char="-"/>
            </a:pPr>
            <a:r>
              <a:rPr lang="fr-FR" dirty="0"/>
              <a:t>Prédictions de haut niveau : abstractions et représentations liées au contexte = top down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En cas d’erreur de prédiction = ajustement du model</a:t>
            </a:r>
          </a:p>
          <a:p>
            <a:endParaRPr lang="fr-FR" dirty="0"/>
          </a:p>
          <a:p>
            <a:r>
              <a:rPr lang="fr-FR" dirty="0"/>
              <a:t>Le Default Mode Network est fortement impliqué dans les prédictions car participe :</a:t>
            </a:r>
          </a:p>
          <a:p>
            <a:pPr marL="285750" indent="-285750">
              <a:buFontTx/>
              <a:buChar char="-"/>
            </a:pPr>
            <a:r>
              <a:rPr lang="fr-FR" dirty="0"/>
              <a:t>A la mémoire autobiographique</a:t>
            </a:r>
          </a:p>
          <a:p>
            <a:pPr marL="285750" indent="-285750">
              <a:buFontTx/>
              <a:buChar char="-"/>
            </a:pPr>
            <a:r>
              <a:rPr lang="fr-FR" dirty="0"/>
              <a:t>Au self </a:t>
            </a:r>
          </a:p>
          <a:p>
            <a:pPr marL="285750" indent="-285750">
              <a:buFontTx/>
              <a:buChar char="-"/>
            </a:pPr>
            <a:r>
              <a:rPr lang="fr-FR" dirty="0"/>
              <a:t>Donc participe aux prédictions de haut niveau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Que se passe-t-il en cas de discordance (</a:t>
            </a:r>
            <a:r>
              <a:rPr lang="fr-FR" dirty="0" err="1"/>
              <a:t>discrepancy</a:t>
            </a:r>
            <a:r>
              <a:rPr lang="fr-FR" dirty="0"/>
              <a:t>) entre les deux ?  </a:t>
            </a:r>
          </a:p>
          <a:p>
            <a:r>
              <a:rPr lang="fr-FR" dirty="0"/>
              <a:t>= Actualisation du modèle de prédiction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75BBA56-FF1D-C340-1862-EFB6F5762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191545">
            <a:off x="13115530" y="1114573"/>
            <a:ext cx="5629316" cy="521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626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CD2FB-DDFF-22B3-4DD2-A3F8DA0FE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F0B1C7D-F968-40D9-BA1A-F25F36DF8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335" b="1589"/>
          <a:stretch>
            <a:fillRect/>
          </a:stretch>
        </p:blipFill>
        <p:spPr>
          <a:xfrm>
            <a:off x="2555450" y="4"/>
            <a:ext cx="6619923" cy="116884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33964E4-B5A6-5CBD-85EF-72A3C7158B7E}"/>
              </a:ext>
            </a:extLst>
          </p:cNvPr>
          <p:cNvSpPr txBox="1"/>
          <p:nvPr/>
        </p:nvSpPr>
        <p:spPr>
          <a:xfrm>
            <a:off x="1483347" y="1826749"/>
            <a:ext cx="51639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Théorie du cerveau « entropique » </a:t>
            </a:r>
          </a:p>
          <a:p>
            <a:r>
              <a:rPr lang="fr-FR" dirty="0"/>
              <a:t>= capacité du cerveau gérer les prédictions </a:t>
            </a:r>
          </a:p>
          <a:p>
            <a:endParaRPr lang="fr-FR" dirty="0"/>
          </a:p>
          <a:p>
            <a:r>
              <a:rPr lang="fr-FR" dirty="0"/>
              <a:t>Haute entropie = difficultés à prédire </a:t>
            </a:r>
          </a:p>
          <a:p>
            <a:pPr marL="285750" indent="-285750">
              <a:buFontTx/>
              <a:buChar char="-"/>
            </a:pPr>
            <a:r>
              <a:rPr lang="fr-FR" dirty="0"/>
              <a:t>Enfants</a:t>
            </a:r>
          </a:p>
          <a:p>
            <a:pPr marL="285750" indent="-285750">
              <a:buFontTx/>
              <a:buChar char="-"/>
            </a:pPr>
            <a:r>
              <a:rPr lang="fr-FR" dirty="0"/>
              <a:t>Psychose</a:t>
            </a:r>
          </a:p>
          <a:p>
            <a:pPr marL="285750" indent="-285750">
              <a:buFontTx/>
              <a:buChar char="-"/>
            </a:pPr>
            <a:r>
              <a:rPr lang="fr-FR" dirty="0"/>
              <a:t>Psychédéliques 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Basse entropie = difficultés à ne pas prédire </a:t>
            </a:r>
          </a:p>
          <a:p>
            <a:pPr marL="285750" indent="-285750">
              <a:buFontTx/>
              <a:buChar char="-"/>
            </a:pPr>
            <a:r>
              <a:rPr lang="fr-FR" dirty="0"/>
              <a:t>TOC</a:t>
            </a:r>
          </a:p>
          <a:p>
            <a:pPr marL="285750" indent="-285750">
              <a:buFontTx/>
              <a:buChar char="-"/>
            </a:pPr>
            <a:r>
              <a:rPr lang="fr-FR" dirty="0"/>
              <a:t>Dépression</a:t>
            </a:r>
          </a:p>
          <a:p>
            <a:pPr marL="285750" indent="-285750">
              <a:buFontTx/>
              <a:buChar char="-"/>
            </a:pPr>
            <a:r>
              <a:rPr lang="fr-FR" dirty="0"/>
              <a:t>Psychorigidité</a:t>
            </a:r>
          </a:p>
          <a:p>
            <a:r>
              <a:rPr lang="fr-FR" dirty="0"/>
              <a:t>= DMN « prédominant » 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CFBD6B8-62B5-7D48-4AE3-580492F7A274}"/>
              </a:ext>
            </a:extLst>
          </p:cNvPr>
          <p:cNvSpPr txBox="1"/>
          <p:nvPr/>
        </p:nvSpPr>
        <p:spPr>
          <a:xfrm>
            <a:off x="12499448" y="1826749"/>
            <a:ext cx="5163943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Comment augmenter l’entropie ? </a:t>
            </a:r>
          </a:p>
          <a:p>
            <a:endParaRPr lang="fr-FR" dirty="0"/>
          </a:p>
          <a:p>
            <a:r>
              <a:rPr lang="fr-FR" dirty="0"/>
              <a:t>1. Les psychédéliques </a:t>
            </a:r>
          </a:p>
          <a:p>
            <a:pPr marL="342900" indent="-342900">
              <a:buAutoNum type="arabicPeriod"/>
            </a:pPr>
            <a:endParaRPr lang="fr-FR" dirty="0"/>
          </a:p>
          <a:p>
            <a:r>
              <a:rPr lang="fr-FR" dirty="0"/>
              <a:t>2. La rTMS (!) = augmente l’entropie localement </a:t>
            </a:r>
          </a:p>
          <a:p>
            <a:endParaRPr lang="fr-FR" dirty="0"/>
          </a:p>
          <a:p>
            <a:r>
              <a:rPr lang="fr-FR" dirty="0"/>
              <a:t>Traduction d’une augmentation d’entropie </a:t>
            </a:r>
          </a:p>
          <a:p>
            <a:r>
              <a:rPr lang="fr-FR" dirty="0"/>
              <a:t>= Augmente la probabilité de moduler la plasticité</a:t>
            </a:r>
          </a:p>
          <a:p>
            <a:r>
              <a:rPr lang="fr-FR" dirty="0"/>
              <a:t>= notion de </a:t>
            </a:r>
            <a:r>
              <a:rPr lang="fr-FR" dirty="0" err="1"/>
              <a:t>métaplasticité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Avec la psilocybine : expériences intenses, rarement « agréables », le sujet doit se « laisser aller » afin de favoriser la déconnexion du DMN</a:t>
            </a:r>
          </a:p>
          <a:p>
            <a:endParaRPr lang="fr-FR" dirty="0"/>
          </a:p>
          <a:p>
            <a:r>
              <a:rPr lang="fr-FR" dirty="0"/>
              <a:t>Nécessité de faire des séances « d’intégration » pour favoriser la modulation de l’état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13CCB6A-A8A0-2C0D-2491-1B1A9AE16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715" y="1408772"/>
            <a:ext cx="5629316" cy="521973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B3A9EDD-1B35-A3BC-9E56-60180CF1AFE7}"/>
              </a:ext>
            </a:extLst>
          </p:cNvPr>
          <p:cNvSpPr txBox="1"/>
          <p:nvPr/>
        </p:nvSpPr>
        <p:spPr>
          <a:xfrm>
            <a:off x="-12316564" y="1548453"/>
            <a:ext cx="118792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récepteurs </a:t>
            </a:r>
            <a:r>
              <a:rPr lang="fr-FR" b="1" dirty="0"/>
              <a:t>5-HT2A</a:t>
            </a:r>
            <a:r>
              <a:rPr lang="fr-FR" dirty="0"/>
              <a:t> sont fortement exprimés dans le </a:t>
            </a:r>
            <a:r>
              <a:rPr lang="fr-FR" b="1" dirty="0"/>
              <a:t>cortex préfrontal</a:t>
            </a:r>
            <a:r>
              <a:rPr lang="fr-FR" dirty="0"/>
              <a:t>, le </a:t>
            </a:r>
            <a:r>
              <a:rPr lang="fr-FR" b="1" dirty="0"/>
              <a:t>cingulaire</a:t>
            </a:r>
            <a:r>
              <a:rPr lang="fr-FR" dirty="0"/>
              <a:t> et le </a:t>
            </a:r>
            <a:r>
              <a:rPr lang="fr-FR" b="1" dirty="0"/>
              <a:t>pariétal</a:t>
            </a:r>
            <a:r>
              <a:rPr lang="fr-FR" dirty="0"/>
              <a:t>, c’est-à-dire dans des régions appartenant au </a:t>
            </a:r>
            <a:r>
              <a:rPr lang="fr-FR" b="1" dirty="0"/>
              <a:t>réseau du mode par défaut (DMN)</a:t>
            </a:r>
            <a:r>
              <a:rPr lang="fr-FR" dirty="0"/>
              <a:t>. Ils se trouvent principalement sur les </a:t>
            </a:r>
            <a:r>
              <a:rPr lang="fr-FR" b="1" dirty="0"/>
              <a:t>neurones pyramidaux glutamatergiques de la couche V</a:t>
            </a:r>
            <a:r>
              <a:rPr lang="fr-FR" dirty="0"/>
              <a:t>.</a:t>
            </a:r>
          </a:p>
          <a:p>
            <a:br>
              <a:rPr lang="fr-FR" dirty="0"/>
            </a:br>
            <a:r>
              <a:rPr lang="fr-FR" dirty="0"/>
              <a:t>L’</a:t>
            </a:r>
            <a:r>
              <a:rPr lang="fr-FR" b="1" dirty="0"/>
              <a:t>activation des récepteurs 5-HT2A</a:t>
            </a:r>
            <a:r>
              <a:rPr lang="fr-FR" dirty="0"/>
              <a:t> augmente la </a:t>
            </a:r>
            <a:r>
              <a:rPr lang="fr-FR" b="1" dirty="0"/>
              <a:t>libération de glutamate</a:t>
            </a:r>
            <a:r>
              <a:rPr lang="fr-FR" dirty="0"/>
              <a:t>, ce qui entraîne une </a:t>
            </a:r>
            <a:r>
              <a:rPr lang="fr-FR" b="1" dirty="0"/>
              <a:t>excitabilité corticale accrue</a:t>
            </a:r>
            <a:r>
              <a:rPr lang="fr-FR" dirty="0"/>
              <a:t>.</a:t>
            </a:r>
          </a:p>
          <a:p>
            <a:br>
              <a:rPr lang="fr-FR" dirty="0"/>
            </a:br>
            <a:r>
              <a:rPr lang="fr-FR" dirty="0"/>
              <a:t>En modifiant l’</a:t>
            </a:r>
            <a:r>
              <a:rPr lang="fr-FR" b="1" dirty="0"/>
              <a:t>excitabilité</a:t>
            </a:r>
            <a:r>
              <a:rPr lang="fr-FR" dirty="0"/>
              <a:t> et la </a:t>
            </a:r>
            <a:r>
              <a:rPr lang="fr-FR" b="1" dirty="0"/>
              <a:t>synchronisation locale</a:t>
            </a:r>
            <a:r>
              <a:rPr lang="fr-FR" dirty="0"/>
              <a:t>, les </a:t>
            </a:r>
            <a:r>
              <a:rPr lang="fr-FR" b="1" dirty="0"/>
              <a:t>connexions fonctionnelles</a:t>
            </a:r>
            <a:r>
              <a:rPr lang="fr-FR" dirty="0"/>
              <a:t> à l’intérieur et à l’extérieur de la </a:t>
            </a:r>
            <a:r>
              <a:rPr lang="fr-FR" b="1" dirty="0"/>
              <a:t>DMN</a:t>
            </a:r>
            <a:r>
              <a:rPr lang="fr-FR" dirty="0"/>
              <a:t> sont altérées. Les études de </a:t>
            </a:r>
            <a:r>
              <a:rPr lang="fr-FR" b="1" dirty="0"/>
              <a:t>neuroimagerie</a:t>
            </a:r>
            <a:r>
              <a:rPr lang="fr-FR" dirty="0"/>
              <a:t> (IRMf, MEG) montrent :</a:t>
            </a:r>
          </a:p>
          <a:p>
            <a:pPr lvl="1"/>
            <a:r>
              <a:rPr lang="fr-FR" dirty="0"/>
              <a:t>Une </a:t>
            </a:r>
            <a:r>
              <a:rPr lang="fr-FR" b="1" dirty="0"/>
              <a:t>diminution de la connectivité intra-DMN</a:t>
            </a:r>
            <a:r>
              <a:rPr lang="fr-FR" dirty="0"/>
              <a:t> (désorganisation du réseau).</a:t>
            </a:r>
          </a:p>
          <a:p>
            <a:pPr lvl="1"/>
            <a:r>
              <a:rPr lang="fr-FR" dirty="0"/>
              <a:t>Un </a:t>
            </a:r>
            <a:r>
              <a:rPr lang="fr-FR" b="1" dirty="0"/>
              <a:t>accroissement de la connectivité globale</a:t>
            </a:r>
            <a:r>
              <a:rPr lang="fr-FR" dirty="0"/>
              <a:t> avec d’autres réseaux (par exemple : </a:t>
            </a:r>
            <a:r>
              <a:rPr lang="fr-FR" b="1" dirty="0" err="1"/>
              <a:t>salience</a:t>
            </a:r>
            <a:r>
              <a:rPr lang="fr-FR" dirty="0"/>
              <a:t>, </a:t>
            </a:r>
            <a:r>
              <a:rPr lang="fr-FR" b="1" dirty="0"/>
              <a:t>exécutif</a:t>
            </a:r>
            <a:r>
              <a:rPr lang="fr-FR" dirty="0"/>
              <a:t>, </a:t>
            </a:r>
            <a:r>
              <a:rPr lang="fr-FR" b="1" dirty="0"/>
              <a:t>sensorimoteur</a:t>
            </a:r>
            <a:r>
              <a:rPr lang="fr-FR" dirty="0"/>
              <a:t>).</a:t>
            </a:r>
          </a:p>
          <a:p>
            <a:br>
              <a:rPr lang="fr-FR" dirty="0"/>
            </a:br>
            <a:r>
              <a:rPr lang="fr-FR" dirty="0"/>
              <a:t>Cet état est interprété comme une </a:t>
            </a:r>
            <a:r>
              <a:rPr lang="fr-FR" b="1" dirty="0"/>
              <a:t>augmentation de l’entropie neuronale</a:t>
            </a:r>
            <a:r>
              <a:rPr lang="fr-FR" dirty="0"/>
              <a:t> : le cerveau explore alors un éventail plus large d’états possibles, de façon </a:t>
            </a:r>
            <a:r>
              <a:rPr lang="fr-FR" b="1" dirty="0"/>
              <a:t>moins rigide</a:t>
            </a:r>
            <a:r>
              <a:rPr lang="fr-FR" dirty="0"/>
              <a:t>. Cela </a:t>
            </a:r>
            <a:r>
              <a:rPr lang="fr-FR" b="1" dirty="0"/>
              <a:t>réduit la dominance du DMN</a:t>
            </a:r>
            <a:r>
              <a:rPr lang="fr-FR" dirty="0"/>
              <a:t> et favorise l’</a:t>
            </a:r>
            <a:r>
              <a:rPr lang="fr-FR" b="1" dirty="0"/>
              <a:t>émergence de schémas de communication plus flexibles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1133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7A17F-04A7-0C14-7DA0-E93678618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5C57EE18-7019-6A43-8902-6B532CDFEA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335" b="1589"/>
          <a:stretch>
            <a:fillRect/>
          </a:stretch>
        </p:blipFill>
        <p:spPr>
          <a:xfrm>
            <a:off x="2555450" y="4"/>
            <a:ext cx="6619923" cy="116884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08D6D5B-883B-1E0B-175F-832D060C878A}"/>
              </a:ext>
            </a:extLst>
          </p:cNvPr>
          <p:cNvSpPr txBox="1"/>
          <p:nvPr/>
        </p:nvSpPr>
        <p:spPr>
          <a:xfrm>
            <a:off x="214686" y="1548453"/>
            <a:ext cx="118792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récepteurs </a:t>
            </a:r>
            <a:r>
              <a:rPr lang="fr-FR" b="1" dirty="0"/>
              <a:t>5-HT2A</a:t>
            </a:r>
            <a:r>
              <a:rPr lang="fr-FR" dirty="0"/>
              <a:t> sont fortement exprimés dans le </a:t>
            </a:r>
            <a:r>
              <a:rPr lang="fr-FR" b="1" dirty="0"/>
              <a:t>cortex préfrontal</a:t>
            </a:r>
            <a:r>
              <a:rPr lang="fr-FR" dirty="0"/>
              <a:t>, le </a:t>
            </a:r>
            <a:r>
              <a:rPr lang="fr-FR" b="1" dirty="0"/>
              <a:t>cingulaire</a:t>
            </a:r>
            <a:r>
              <a:rPr lang="fr-FR" dirty="0"/>
              <a:t> et le </a:t>
            </a:r>
            <a:r>
              <a:rPr lang="fr-FR" b="1" dirty="0"/>
              <a:t>pariétal</a:t>
            </a:r>
            <a:r>
              <a:rPr lang="fr-FR" dirty="0"/>
              <a:t>, c’est-à-dire dans des régions appartenant au </a:t>
            </a:r>
            <a:r>
              <a:rPr lang="fr-FR" b="1" dirty="0"/>
              <a:t>réseau du mode par défaut (DMN)</a:t>
            </a:r>
            <a:r>
              <a:rPr lang="fr-FR" dirty="0"/>
              <a:t>. Ils se trouvent principalement sur les </a:t>
            </a:r>
            <a:r>
              <a:rPr lang="fr-FR" b="1" dirty="0"/>
              <a:t>neurones pyramidaux glutamatergiques de la couche V</a:t>
            </a:r>
            <a:r>
              <a:rPr lang="fr-FR" dirty="0"/>
              <a:t>.</a:t>
            </a:r>
          </a:p>
          <a:p>
            <a:br>
              <a:rPr lang="fr-FR" dirty="0"/>
            </a:br>
            <a:r>
              <a:rPr lang="fr-FR" dirty="0"/>
              <a:t>L’</a:t>
            </a:r>
            <a:r>
              <a:rPr lang="fr-FR" b="1" dirty="0"/>
              <a:t>activation des récepteurs 5-HT2A</a:t>
            </a:r>
            <a:r>
              <a:rPr lang="fr-FR" dirty="0"/>
              <a:t> augmente la </a:t>
            </a:r>
            <a:r>
              <a:rPr lang="fr-FR" b="1" dirty="0"/>
              <a:t>libération de glutamate</a:t>
            </a:r>
            <a:r>
              <a:rPr lang="fr-FR" dirty="0"/>
              <a:t>, ce qui entraîne une </a:t>
            </a:r>
            <a:r>
              <a:rPr lang="fr-FR" b="1" dirty="0"/>
              <a:t>excitabilité corticale accrue</a:t>
            </a:r>
            <a:r>
              <a:rPr lang="fr-FR" dirty="0"/>
              <a:t>.</a:t>
            </a:r>
          </a:p>
          <a:p>
            <a:br>
              <a:rPr lang="fr-FR" dirty="0"/>
            </a:br>
            <a:r>
              <a:rPr lang="fr-FR" dirty="0"/>
              <a:t>En modifiant l’</a:t>
            </a:r>
            <a:r>
              <a:rPr lang="fr-FR" b="1" dirty="0"/>
              <a:t>excitabilité</a:t>
            </a:r>
            <a:r>
              <a:rPr lang="fr-FR" dirty="0"/>
              <a:t> et la </a:t>
            </a:r>
            <a:r>
              <a:rPr lang="fr-FR" b="1" dirty="0"/>
              <a:t>synchronisation locale</a:t>
            </a:r>
            <a:r>
              <a:rPr lang="fr-FR" dirty="0"/>
              <a:t>, les </a:t>
            </a:r>
            <a:r>
              <a:rPr lang="fr-FR" b="1" dirty="0"/>
              <a:t>connexions fonctionnelles</a:t>
            </a:r>
            <a:r>
              <a:rPr lang="fr-FR" dirty="0"/>
              <a:t> à l’intérieur et à l’extérieur de la </a:t>
            </a:r>
            <a:r>
              <a:rPr lang="fr-FR" b="1" dirty="0"/>
              <a:t>DMN</a:t>
            </a:r>
            <a:r>
              <a:rPr lang="fr-FR" dirty="0"/>
              <a:t> sont altérées. Les études de </a:t>
            </a:r>
            <a:r>
              <a:rPr lang="fr-FR" b="1" dirty="0"/>
              <a:t>neuroimagerie</a:t>
            </a:r>
            <a:r>
              <a:rPr lang="fr-FR" dirty="0"/>
              <a:t> (IRMf, MEG) montrent :</a:t>
            </a:r>
          </a:p>
          <a:p>
            <a:pPr lvl="1"/>
            <a:r>
              <a:rPr lang="fr-FR" dirty="0"/>
              <a:t>Une </a:t>
            </a:r>
            <a:r>
              <a:rPr lang="fr-FR" b="1" dirty="0"/>
              <a:t>diminution de la connectivité intra-DMN</a:t>
            </a:r>
            <a:r>
              <a:rPr lang="fr-FR" dirty="0"/>
              <a:t> (désorganisation du réseau).</a:t>
            </a:r>
          </a:p>
          <a:p>
            <a:pPr lvl="1"/>
            <a:r>
              <a:rPr lang="fr-FR" dirty="0"/>
              <a:t>Un </a:t>
            </a:r>
            <a:r>
              <a:rPr lang="fr-FR" b="1" dirty="0"/>
              <a:t>accroissement de la connectivité globale</a:t>
            </a:r>
            <a:r>
              <a:rPr lang="fr-FR" dirty="0"/>
              <a:t> avec d’autres réseaux (par exemple : </a:t>
            </a:r>
            <a:r>
              <a:rPr lang="fr-FR" b="1" dirty="0" err="1"/>
              <a:t>salience</a:t>
            </a:r>
            <a:r>
              <a:rPr lang="fr-FR" dirty="0"/>
              <a:t>, </a:t>
            </a:r>
            <a:r>
              <a:rPr lang="fr-FR" b="1" dirty="0"/>
              <a:t>exécutif</a:t>
            </a:r>
            <a:r>
              <a:rPr lang="fr-FR" dirty="0"/>
              <a:t>, </a:t>
            </a:r>
            <a:r>
              <a:rPr lang="fr-FR" b="1" dirty="0"/>
              <a:t>sensorimoteur</a:t>
            </a:r>
            <a:r>
              <a:rPr lang="fr-FR" dirty="0"/>
              <a:t>).</a:t>
            </a:r>
          </a:p>
          <a:p>
            <a:br>
              <a:rPr lang="fr-FR" dirty="0"/>
            </a:br>
            <a:r>
              <a:rPr lang="fr-FR" dirty="0"/>
              <a:t>Cet état est interprété comme une </a:t>
            </a:r>
            <a:r>
              <a:rPr lang="fr-FR" b="1" dirty="0"/>
              <a:t>augmentation de l’entropie neuronale</a:t>
            </a:r>
            <a:r>
              <a:rPr lang="fr-FR" dirty="0"/>
              <a:t> : le cerveau explore alors un éventail plus large d’états possibles, de façon </a:t>
            </a:r>
            <a:r>
              <a:rPr lang="fr-FR" b="1" dirty="0"/>
              <a:t>moins rigide</a:t>
            </a:r>
            <a:r>
              <a:rPr lang="fr-FR" dirty="0"/>
              <a:t>. Cela </a:t>
            </a:r>
            <a:r>
              <a:rPr lang="fr-FR" b="1" dirty="0"/>
              <a:t>réduit la dominance du DMN</a:t>
            </a:r>
            <a:r>
              <a:rPr lang="fr-FR" dirty="0"/>
              <a:t> et favorise l’</a:t>
            </a:r>
            <a:r>
              <a:rPr lang="fr-FR" b="1" dirty="0"/>
              <a:t>émergence de schémas de communication plus flexibles</a:t>
            </a:r>
            <a:r>
              <a:rPr lang="fr-FR" dirty="0"/>
              <a:t>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AAAA910-F973-B70B-90CE-72874F5E1F44}"/>
              </a:ext>
            </a:extLst>
          </p:cNvPr>
          <p:cNvSpPr txBox="1"/>
          <p:nvPr/>
        </p:nvSpPr>
        <p:spPr>
          <a:xfrm>
            <a:off x="12499448" y="1826749"/>
            <a:ext cx="5163943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Comment augmenter l’entropie ? </a:t>
            </a:r>
          </a:p>
          <a:p>
            <a:endParaRPr lang="fr-FR" dirty="0"/>
          </a:p>
          <a:p>
            <a:r>
              <a:rPr lang="fr-FR" dirty="0"/>
              <a:t>1. Les psychédéliques </a:t>
            </a:r>
          </a:p>
          <a:p>
            <a:pPr marL="342900" indent="-342900">
              <a:buAutoNum type="arabicPeriod"/>
            </a:pPr>
            <a:endParaRPr lang="fr-FR" dirty="0"/>
          </a:p>
          <a:p>
            <a:r>
              <a:rPr lang="fr-FR" dirty="0"/>
              <a:t>2. La rTMS (!) = augmente l’entropie localement </a:t>
            </a:r>
          </a:p>
          <a:p>
            <a:endParaRPr lang="fr-FR" dirty="0"/>
          </a:p>
          <a:p>
            <a:r>
              <a:rPr lang="fr-FR" dirty="0"/>
              <a:t>Traduction d’une augmentation d’entropie </a:t>
            </a:r>
          </a:p>
          <a:p>
            <a:r>
              <a:rPr lang="fr-FR" dirty="0"/>
              <a:t>= Augmente la probabilité de moduler la plasticité</a:t>
            </a:r>
          </a:p>
          <a:p>
            <a:r>
              <a:rPr lang="fr-FR" dirty="0"/>
              <a:t>= notion de </a:t>
            </a:r>
            <a:r>
              <a:rPr lang="fr-FR" dirty="0" err="1"/>
              <a:t>métaplasticité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Avec la psilocybine : expériences intenses, rarement « agréables », le sujet doit se « laisser aller » afin de favoriser la déconnexion du DMN</a:t>
            </a:r>
          </a:p>
          <a:p>
            <a:endParaRPr lang="fr-FR" dirty="0"/>
          </a:p>
          <a:p>
            <a:r>
              <a:rPr lang="fr-FR" dirty="0"/>
              <a:t>Nécessité de faire des séances « d’intégration » pour favoriser la modulation de l’état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30BB67B-DD43-1C03-1073-7CD2381E8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640405">
            <a:off x="13624550" y="1289503"/>
            <a:ext cx="5629316" cy="521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34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4E584-EC52-6C60-9603-93DDE5D4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EDD39E7-4C2A-DF24-C82B-BDEEBC83C6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335" b="1589"/>
          <a:stretch>
            <a:fillRect/>
          </a:stretch>
        </p:blipFill>
        <p:spPr>
          <a:xfrm>
            <a:off x="2555450" y="4"/>
            <a:ext cx="6619923" cy="116884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DD18018-91D1-46F2-13C7-822ABC346822}"/>
              </a:ext>
            </a:extLst>
          </p:cNvPr>
          <p:cNvSpPr txBox="1"/>
          <p:nvPr/>
        </p:nvSpPr>
        <p:spPr>
          <a:xfrm>
            <a:off x="1483347" y="1826749"/>
            <a:ext cx="51639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Théorie du cerveau « entropique » </a:t>
            </a:r>
          </a:p>
          <a:p>
            <a:r>
              <a:rPr lang="fr-FR" dirty="0"/>
              <a:t>= capacité du cerveau gérer les prédictions </a:t>
            </a:r>
          </a:p>
          <a:p>
            <a:endParaRPr lang="fr-FR" dirty="0"/>
          </a:p>
          <a:p>
            <a:r>
              <a:rPr lang="fr-FR" dirty="0"/>
              <a:t>Haute entropie = difficultés à prédire </a:t>
            </a:r>
          </a:p>
          <a:p>
            <a:pPr marL="285750" indent="-285750">
              <a:buFontTx/>
              <a:buChar char="-"/>
            </a:pPr>
            <a:r>
              <a:rPr lang="fr-FR" dirty="0"/>
              <a:t>Enfants</a:t>
            </a:r>
          </a:p>
          <a:p>
            <a:pPr marL="285750" indent="-285750">
              <a:buFontTx/>
              <a:buChar char="-"/>
            </a:pPr>
            <a:r>
              <a:rPr lang="fr-FR" dirty="0"/>
              <a:t>Psychose</a:t>
            </a:r>
          </a:p>
          <a:p>
            <a:pPr marL="285750" indent="-285750">
              <a:buFontTx/>
              <a:buChar char="-"/>
            </a:pPr>
            <a:r>
              <a:rPr lang="fr-FR" dirty="0"/>
              <a:t>Psychédéliques 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Basse entropie = difficultés à ne pas prédire </a:t>
            </a:r>
          </a:p>
          <a:p>
            <a:pPr marL="285750" indent="-285750">
              <a:buFontTx/>
              <a:buChar char="-"/>
            </a:pPr>
            <a:r>
              <a:rPr lang="fr-FR" dirty="0"/>
              <a:t>TOC</a:t>
            </a:r>
          </a:p>
          <a:p>
            <a:pPr marL="285750" indent="-285750">
              <a:buFontTx/>
              <a:buChar char="-"/>
            </a:pPr>
            <a:r>
              <a:rPr lang="fr-FR" dirty="0"/>
              <a:t>Dépression</a:t>
            </a:r>
          </a:p>
          <a:p>
            <a:pPr marL="285750" indent="-285750">
              <a:buFontTx/>
              <a:buChar char="-"/>
            </a:pPr>
            <a:r>
              <a:rPr lang="fr-FR" dirty="0"/>
              <a:t>Psychorigidité</a:t>
            </a:r>
          </a:p>
          <a:p>
            <a:r>
              <a:rPr lang="fr-FR" dirty="0"/>
              <a:t>= DMN « prédominant » 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82DD80C-6AFD-7E6C-BBC0-859930C35315}"/>
              </a:ext>
            </a:extLst>
          </p:cNvPr>
          <p:cNvSpPr txBox="1"/>
          <p:nvPr/>
        </p:nvSpPr>
        <p:spPr>
          <a:xfrm>
            <a:off x="6647290" y="1826749"/>
            <a:ext cx="5163943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Comment augmenter l’entropie ? </a:t>
            </a:r>
          </a:p>
          <a:p>
            <a:endParaRPr lang="fr-FR" dirty="0"/>
          </a:p>
          <a:p>
            <a:r>
              <a:rPr lang="fr-FR" dirty="0"/>
              <a:t>1. Les psychédéliques </a:t>
            </a:r>
          </a:p>
          <a:p>
            <a:pPr marL="342900" indent="-342900">
              <a:buAutoNum type="arabicPeriod"/>
            </a:pPr>
            <a:endParaRPr lang="fr-FR" dirty="0"/>
          </a:p>
          <a:p>
            <a:r>
              <a:rPr lang="fr-FR" dirty="0"/>
              <a:t>2. La rTMS (!) = augmente l’entropie localement </a:t>
            </a:r>
          </a:p>
          <a:p>
            <a:endParaRPr lang="fr-FR" dirty="0"/>
          </a:p>
          <a:p>
            <a:r>
              <a:rPr lang="fr-FR" dirty="0"/>
              <a:t>Traduction d’une augmentation d’entropie </a:t>
            </a:r>
          </a:p>
          <a:p>
            <a:r>
              <a:rPr lang="fr-FR" dirty="0"/>
              <a:t>= Augmente la probabilité de moduler la plasticité</a:t>
            </a:r>
          </a:p>
          <a:p>
            <a:r>
              <a:rPr lang="fr-FR" dirty="0"/>
              <a:t>= notion de </a:t>
            </a:r>
            <a:r>
              <a:rPr lang="fr-FR" dirty="0" err="1"/>
              <a:t>métaplasticité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Avec la psilocybine : expériences intenses, rarement « agréables », le sujet doit se « laisser aller » afin de favoriser la déconnexion du DMN</a:t>
            </a:r>
          </a:p>
          <a:p>
            <a:endParaRPr lang="fr-FR" dirty="0"/>
          </a:p>
          <a:p>
            <a:r>
              <a:rPr lang="fr-FR" dirty="0"/>
              <a:t>Nécessité de faire des séances « d’intégration » pour favoriser la modulation de l’état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8917569-6EB1-FDD3-4DFB-397C1EC17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96984" y="0"/>
            <a:ext cx="6514285" cy="221817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8138DB0-2B2B-42D8-E1AF-8AE671FFF28F}"/>
              </a:ext>
            </a:extLst>
          </p:cNvPr>
          <p:cNvSpPr txBox="1"/>
          <p:nvPr/>
        </p:nvSpPr>
        <p:spPr>
          <a:xfrm>
            <a:off x="-7855883" y="3315694"/>
            <a:ext cx="73947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Take</a:t>
            </a:r>
            <a:r>
              <a:rPr lang="fr-FR" dirty="0"/>
              <a:t> Home Messages : </a:t>
            </a:r>
          </a:p>
          <a:p>
            <a:endParaRPr lang="fr-FR" dirty="0"/>
          </a:p>
          <a:p>
            <a:r>
              <a:rPr lang="fr-FR" dirty="0"/>
              <a:t>Faire des IRM cérébrales en systématique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voir la zone de stimulation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rechercher des MAV, cavernomes,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rechercher des FDR cardiovasculaires (HTA, infarctus,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</a:t>
            </a:r>
            <a:r>
              <a:rPr lang="fr-FR" dirty="0" err="1"/>
              <a:t>neuronaviguer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2AC31BE-433C-2780-FB8B-77DE86205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089" y="7279179"/>
            <a:ext cx="8211822" cy="479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9210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472CA-C3CA-4E70-AE85-AB323112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CBAEA74F-AB86-1A00-827D-4379B6E94F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335" b="1589"/>
          <a:stretch>
            <a:fillRect/>
          </a:stretch>
        </p:blipFill>
        <p:spPr>
          <a:xfrm>
            <a:off x="2555450" y="4"/>
            <a:ext cx="6619923" cy="1168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351EF7D-1AC7-45E0-84D7-426EB1A5F1EE}"/>
              </a:ext>
            </a:extLst>
          </p:cNvPr>
          <p:cNvSpPr txBox="1"/>
          <p:nvPr/>
        </p:nvSpPr>
        <p:spPr>
          <a:xfrm>
            <a:off x="13216532" y="1742528"/>
            <a:ext cx="5163943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Comment augmenter l’entropie ? </a:t>
            </a:r>
          </a:p>
          <a:p>
            <a:endParaRPr lang="fr-FR" dirty="0"/>
          </a:p>
          <a:p>
            <a:r>
              <a:rPr lang="fr-FR" dirty="0"/>
              <a:t>1. Les psychédéliques </a:t>
            </a:r>
          </a:p>
          <a:p>
            <a:pPr marL="342900" indent="-342900">
              <a:buAutoNum type="arabicPeriod"/>
            </a:pPr>
            <a:endParaRPr lang="fr-FR" dirty="0"/>
          </a:p>
          <a:p>
            <a:r>
              <a:rPr lang="fr-FR" dirty="0"/>
              <a:t>2. La rTMS (!) = augmente l’entropie localement </a:t>
            </a:r>
          </a:p>
          <a:p>
            <a:endParaRPr lang="fr-FR" dirty="0"/>
          </a:p>
          <a:p>
            <a:r>
              <a:rPr lang="fr-FR" dirty="0"/>
              <a:t>Traduction d’une augmentation d’entropie </a:t>
            </a:r>
          </a:p>
          <a:p>
            <a:r>
              <a:rPr lang="fr-FR" dirty="0"/>
              <a:t>= Augmente la probabilité de moduler la plasticité</a:t>
            </a:r>
          </a:p>
          <a:p>
            <a:r>
              <a:rPr lang="fr-FR" dirty="0"/>
              <a:t>= notion de </a:t>
            </a:r>
            <a:r>
              <a:rPr lang="fr-FR" dirty="0" err="1"/>
              <a:t>métaplasticité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Avec la psilocybine : expériences intenses, rarement « agréables », le sujet doit se « laisser aller » afin de favoriser la déconnexion du DMN</a:t>
            </a:r>
          </a:p>
          <a:p>
            <a:endParaRPr lang="fr-FR" dirty="0"/>
          </a:p>
          <a:p>
            <a:r>
              <a:rPr lang="fr-FR" dirty="0"/>
              <a:t>Nécessité de faire des séances « d’intégration » pour favoriser la modulation de l’état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C030368-B9CA-4955-D6CF-C7CE3AE8F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96984" y="0"/>
            <a:ext cx="6514285" cy="221817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35D6B79-9B70-7527-99C4-E8ADCB3DB3D7}"/>
              </a:ext>
            </a:extLst>
          </p:cNvPr>
          <p:cNvSpPr txBox="1"/>
          <p:nvPr/>
        </p:nvSpPr>
        <p:spPr>
          <a:xfrm>
            <a:off x="-7855883" y="3315694"/>
            <a:ext cx="73947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Take</a:t>
            </a:r>
            <a:r>
              <a:rPr lang="fr-FR" dirty="0"/>
              <a:t> Home Messages : </a:t>
            </a:r>
          </a:p>
          <a:p>
            <a:endParaRPr lang="fr-FR" dirty="0"/>
          </a:p>
          <a:p>
            <a:r>
              <a:rPr lang="fr-FR" dirty="0"/>
              <a:t>Faire des IRM cérébrales en systématique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voir la zone de stimulation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rechercher des MAV, cavernomes,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rechercher des FDR cardiovasculaires (HTA, infarctus,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</a:t>
            </a:r>
            <a:r>
              <a:rPr lang="fr-FR" dirty="0" err="1"/>
              <a:t>neuronaviguer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9435298-5DBE-AB50-A21E-2A8460037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421" y="1660431"/>
            <a:ext cx="8211822" cy="479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699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401A-0BA6-25B8-60B5-9D50AD896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C3A33460-9517-41C2-C790-1EB145EE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335" b="1589"/>
          <a:stretch>
            <a:fillRect/>
          </a:stretch>
        </p:blipFill>
        <p:spPr>
          <a:xfrm>
            <a:off x="13655466" y="4"/>
            <a:ext cx="6619923" cy="116884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BE2F380-D2A9-230F-6C06-EFC887C49C03}"/>
              </a:ext>
            </a:extLst>
          </p:cNvPr>
          <p:cNvSpPr txBox="1"/>
          <p:nvPr/>
        </p:nvSpPr>
        <p:spPr>
          <a:xfrm>
            <a:off x="12583363" y="1826749"/>
            <a:ext cx="51639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Théorie du cerveau « entropique » </a:t>
            </a:r>
          </a:p>
          <a:p>
            <a:r>
              <a:rPr lang="fr-FR" dirty="0"/>
              <a:t>= capacité du cerveau gérer les prédictions </a:t>
            </a:r>
          </a:p>
          <a:p>
            <a:endParaRPr lang="fr-FR" dirty="0"/>
          </a:p>
          <a:p>
            <a:r>
              <a:rPr lang="fr-FR" dirty="0"/>
              <a:t>Haute entropie = difficultés à prédire </a:t>
            </a:r>
          </a:p>
          <a:p>
            <a:pPr marL="285750" indent="-285750">
              <a:buFontTx/>
              <a:buChar char="-"/>
            </a:pPr>
            <a:r>
              <a:rPr lang="fr-FR" dirty="0"/>
              <a:t>Enfants</a:t>
            </a:r>
          </a:p>
          <a:p>
            <a:pPr marL="285750" indent="-285750">
              <a:buFontTx/>
              <a:buChar char="-"/>
            </a:pPr>
            <a:r>
              <a:rPr lang="fr-FR" dirty="0"/>
              <a:t>Psychose</a:t>
            </a:r>
          </a:p>
          <a:p>
            <a:pPr marL="285750" indent="-285750">
              <a:buFontTx/>
              <a:buChar char="-"/>
            </a:pPr>
            <a:r>
              <a:rPr lang="fr-FR" dirty="0"/>
              <a:t>Psychédéliques 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Basse entropie = difficultés à ne pas prédire </a:t>
            </a:r>
          </a:p>
          <a:p>
            <a:pPr marL="285750" indent="-285750">
              <a:buFontTx/>
              <a:buChar char="-"/>
            </a:pPr>
            <a:r>
              <a:rPr lang="fr-FR" dirty="0"/>
              <a:t>TOC</a:t>
            </a:r>
          </a:p>
          <a:p>
            <a:pPr marL="285750" indent="-285750">
              <a:buFontTx/>
              <a:buChar char="-"/>
            </a:pPr>
            <a:r>
              <a:rPr lang="fr-FR" dirty="0"/>
              <a:t>Dépression</a:t>
            </a:r>
          </a:p>
          <a:p>
            <a:pPr marL="285750" indent="-285750">
              <a:buFontTx/>
              <a:buChar char="-"/>
            </a:pPr>
            <a:r>
              <a:rPr lang="fr-FR" dirty="0"/>
              <a:t>Psychorigidité</a:t>
            </a:r>
          </a:p>
          <a:p>
            <a:r>
              <a:rPr lang="fr-FR" dirty="0"/>
              <a:t>= DMN « prédominant » 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6546BBA-6F8F-C343-05A1-0F478B3B85D9}"/>
              </a:ext>
            </a:extLst>
          </p:cNvPr>
          <p:cNvSpPr txBox="1"/>
          <p:nvPr/>
        </p:nvSpPr>
        <p:spPr>
          <a:xfrm>
            <a:off x="17747306" y="1826749"/>
            <a:ext cx="5163943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Comment augmenter l’entropie ? </a:t>
            </a:r>
          </a:p>
          <a:p>
            <a:endParaRPr lang="fr-FR" dirty="0"/>
          </a:p>
          <a:p>
            <a:r>
              <a:rPr lang="fr-FR" dirty="0"/>
              <a:t>1. Les psychédéliques </a:t>
            </a:r>
          </a:p>
          <a:p>
            <a:pPr marL="342900" indent="-342900">
              <a:buAutoNum type="arabicPeriod"/>
            </a:pPr>
            <a:endParaRPr lang="fr-FR" dirty="0"/>
          </a:p>
          <a:p>
            <a:r>
              <a:rPr lang="fr-FR" dirty="0"/>
              <a:t>2. La rTMS (!) = augmente l’entropie localement </a:t>
            </a:r>
          </a:p>
          <a:p>
            <a:endParaRPr lang="fr-FR" dirty="0"/>
          </a:p>
          <a:p>
            <a:r>
              <a:rPr lang="fr-FR" dirty="0"/>
              <a:t>Traduction d’une augmentation d’entropie </a:t>
            </a:r>
          </a:p>
          <a:p>
            <a:r>
              <a:rPr lang="fr-FR" dirty="0"/>
              <a:t>= Augmente la probabilité de moduler la plasticité</a:t>
            </a:r>
          </a:p>
          <a:p>
            <a:r>
              <a:rPr lang="fr-FR" dirty="0"/>
              <a:t>= notion de </a:t>
            </a:r>
            <a:r>
              <a:rPr lang="fr-FR" dirty="0" err="1"/>
              <a:t>métaplasticité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Avec la psilocybine : expériences intenses, rarement « agréables », le sujet doit se « laisser aller » afin de favoriser la déconnexion du DMN</a:t>
            </a:r>
          </a:p>
          <a:p>
            <a:endParaRPr lang="fr-FR" dirty="0"/>
          </a:p>
          <a:p>
            <a:r>
              <a:rPr lang="fr-FR" dirty="0"/>
              <a:t>Nécessité de faire des séances « d’intégration » pour favoriser la modulation de l’état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4FF642-28AC-6322-41A1-22DA0A603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772" y="0"/>
            <a:ext cx="6514285" cy="221817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5D2EFEF-B906-CE35-AE01-9424D051EDD0}"/>
              </a:ext>
            </a:extLst>
          </p:cNvPr>
          <p:cNvSpPr txBox="1"/>
          <p:nvPr/>
        </p:nvSpPr>
        <p:spPr>
          <a:xfrm>
            <a:off x="2703444" y="3283889"/>
            <a:ext cx="73947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Take</a:t>
            </a:r>
            <a:r>
              <a:rPr lang="fr-FR" dirty="0"/>
              <a:t> Home Messages : </a:t>
            </a:r>
          </a:p>
          <a:p>
            <a:endParaRPr lang="fr-FR" dirty="0"/>
          </a:p>
          <a:p>
            <a:r>
              <a:rPr lang="fr-FR" dirty="0"/>
              <a:t>Faire des IRM cérébrales en systématique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voir la zone de stimulation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rechercher des MAV, cavernomes,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rechercher des FDR cardiovasculaires (HTA, infarctus,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</a:t>
            </a:r>
            <a:r>
              <a:rPr lang="fr-FR" dirty="0" err="1"/>
              <a:t>neuronaviguer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9BFC871-DF81-F976-0D35-6C9AC4F84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858430" y="7947"/>
            <a:ext cx="6501204" cy="167773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68926FE-7B7E-BBBE-157F-5127D392FD31}"/>
              </a:ext>
            </a:extLst>
          </p:cNvPr>
          <p:cNvSpPr txBox="1"/>
          <p:nvPr/>
        </p:nvSpPr>
        <p:spPr>
          <a:xfrm>
            <a:off x="-7748975" y="2385148"/>
            <a:ext cx="73947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« Le sommeil est le prix à payer pour avoir de la neuroplasticité »</a:t>
            </a:r>
          </a:p>
          <a:p>
            <a:endParaRPr lang="fr-FR" dirty="0"/>
          </a:p>
          <a:p>
            <a:r>
              <a:rPr lang="fr-FR" dirty="0"/>
              <a:t>En journée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Nombreuses stimulations (informations)</a:t>
            </a:r>
          </a:p>
          <a:p>
            <a:pPr marL="285750" indent="-285750">
              <a:buFontTx/>
              <a:buChar char="-"/>
            </a:pPr>
            <a:r>
              <a:rPr lang="fr-FR" dirty="0"/>
              <a:t>Crée un « </a:t>
            </a:r>
            <a:r>
              <a:rPr lang="fr-FR" dirty="0" err="1"/>
              <a:t>upscaling</a:t>
            </a:r>
            <a:r>
              <a:rPr lang="fr-FR" dirty="0"/>
              <a:t> » synaptique (connections)</a:t>
            </a:r>
          </a:p>
          <a:p>
            <a:pPr marL="285750" indent="-285750">
              <a:buFontTx/>
              <a:buChar char="-"/>
            </a:pPr>
            <a:r>
              <a:rPr lang="fr-FR" dirty="0"/>
              <a:t>Risque de « saturation » du système si trop de connections</a:t>
            </a:r>
          </a:p>
          <a:p>
            <a:endParaRPr lang="fr-FR" dirty="0"/>
          </a:p>
          <a:p>
            <a:r>
              <a:rPr lang="fr-FR" dirty="0"/>
              <a:t>Heureusement la nuit :</a:t>
            </a:r>
          </a:p>
          <a:p>
            <a:pPr marL="285750" indent="-285750">
              <a:buFontTx/>
              <a:buChar char="-"/>
            </a:pPr>
            <a:r>
              <a:rPr lang="fr-FR" dirty="0"/>
              <a:t>Destruction des connections</a:t>
            </a:r>
          </a:p>
          <a:p>
            <a:pPr marL="285750" indent="-285750">
              <a:buFontTx/>
              <a:buChar char="-"/>
            </a:pPr>
            <a:r>
              <a:rPr lang="fr-FR" dirty="0"/>
              <a:t>C’est un « </a:t>
            </a:r>
            <a:r>
              <a:rPr lang="fr-FR" dirty="0" err="1"/>
              <a:t>downscalling</a:t>
            </a:r>
            <a:r>
              <a:rPr lang="fr-FR" dirty="0"/>
              <a:t> » synaptique </a:t>
            </a:r>
          </a:p>
          <a:p>
            <a:pPr marL="285750" indent="-285750">
              <a:buFontTx/>
              <a:buChar char="-"/>
            </a:pPr>
            <a:r>
              <a:rPr lang="fr-FR" dirty="0"/>
              <a:t>Qui permet de préserver l’homéostasie synaptique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= Ce que l’on construit le jour, on le défait la nuit, sinon le système bloque</a:t>
            </a:r>
          </a:p>
        </p:txBody>
      </p:sp>
    </p:spTree>
    <p:extLst>
      <p:ext uri="{BB962C8B-B14F-4D97-AF65-F5344CB8AC3E}">
        <p14:creationId xmlns:p14="http://schemas.microsoft.com/office/powerpoint/2010/main" val="11546399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D46A7-EC29-E74E-DF60-BF24EE09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1631C1C-9268-D88E-2177-587D560CC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1898" y="0"/>
            <a:ext cx="6514285" cy="221817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A2AA256-EEE1-05A3-65A7-1AC23E2239B0}"/>
              </a:ext>
            </a:extLst>
          </p:cNvPr>
          <p:cNvSpPr txBox="1"/>
          <p:nvPr/>
        </p:nvSpPr>
        <p:spPr>
          <a:xfrm>
            <a:off x="14964351" y="3331597"/>
            <a:ext cx="73947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Take</a:t>
            </a:r>
            <a:r>
              <a:rPr lang="fr-FR" dirty="0"/>
              <a:t> Home Messages : </a:t>
            </a:r>
          </a:p>
          <a:p>
            <a:endParaRPr lang="fr-FR" dirty="0"/>
          </a:p>
          <a:p>
            <a:r>
              <a:rPr lang="fr-FR" dirty="0"/>
              <a:t>Faire des IRM cérébrales en systématique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voir la zone de stimulation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rechercher des MAV, cavernomes,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rechercher des FDR cardiovasculaires (HTA, infarctus,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</a:t>
            </a:r>
            <a:r>
              <a:rPr lang="fr-FR" dirty="0" err="1"/>
              <a:t>neuronaviguer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F6A3CAA-2328-A0F6-24FC-69117C558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300" y="7947"/>
            <a:ext cx="6501204" cy="167773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912A947-0543-0A8E-28FC-79049A134E85}"/>
              </a:ext>
            </a:extLst>
          </p:cNvPr>
          <p:cNvSpPr txBox="1"/>
          <p:nvPr/>
        </p:nvSpPr>
        <p:spPr>
          <a:xfrm>
            <a:off x="2492300" y="2385148"/>
            <a:ext cx="73947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« Le sommeil est le prix à payer pour avoir de la neuroplasticité »</a:t>
            </a:r>
          </a:p>
          <a:p>
            <a:endParaRPr lang="fr-FR" dirty="0"/>
          </a:p>
          <a:p>
            <a:r>
              <a:rPr lang="fr-FR" dirty="0"/>
              <a:t>En journée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Nombreuses stimulations (informations)</a:t>
            </a:r>
          </a:p>
          <a:p>
            <a:pPr marL="285750" indent="-285750">
              <a:buFontTx/>
              <a:buChar char="-"/>
            </a:pPr>
            <a:r>
              <a:rPr lang="fr-FR" dirty="0"/>
              <a:t>Crée un « </a:t>
            </a:r>
            <a:r>
              <a:rPr lang="fr-FR" dirty="0" err="1"/>
              <a:t>upscaling</a:t>
            </a:r>
            <a:r>
              <a:rPr lang="fr-FR" dirty="0"/>
              <a:t> » synaptique (connections)</a:t>
            </a:r>
          </a:p>
          <a:p>
            <a:pPr marL="285750" indent="-285750">
              <a:buFontTx/>
              <a:buChar char="-"/>
            </a:pPr>
            <a:r>
              <a:rPr lang="fr-FR" dirty="0"/>
              <a:t>Risque de « saturation » du système si trop de connections</a:t>
            </a:r>
          </a:p>
          <a:p>
            <a:endParaRPr lang="fr-FR" dirty="0"/>
          </a:p>
          <a:p>
            <a:r>
              <a:rPr lang="fr-FR" dirty="0"/>
              <a:t>Heureusement la nuit :</a:t>
            </a:r>
          </a:p>
          <a:p>
            <a:pPr marL="285750" indent="-285750">
              <a:buFontTx/>
              <a:buChar char="-"/>
            </a:pPr>
            <a:r>
              <a:rPr lang="fr-FR" dirty="0"/>
              <a:t>Destruction des connections</a:t>
            </a:r>
          </a:p>
          <a:p>
            <a:pPr marL="285750" indent="-285750">
              <a:buFontTx/>
              <a:buChar char="-"/>
            </a:pPr>
            <a:r>
              <a:rPr lang="fr-FR" dirty="0"/>
              <a:t>C’est un « </a:t>
            </a:r>
            <a:r>
              <a:rPr lang="fr-FR" dirty="0" err="1"/>
              <a:t>downscalling</a:t>
            </a:r>
            <a:r>
              <a:rPr lang="fr-FR" dirty="0"/>
              <a:t> » synaptique </a:t>
            </a:r>
          </a:p>
          <a:p>
            <a:pPr marL="285750" indent="-285750">
              <a:buFontTx/>
              <a:buChar char="-"/>
            </a:pPr>
            <a:r>
              <a:rPr lang="fr-FR" dirty="0"/>
              <a:t>Qui permet de préserver l’homéostasie synaptique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= Ce que l’on construit le jour, on le défait la nuit, sinon le système bloque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6C8A61C-01F9-98A8-57B6-88FF92DC2B02}"/>
              </a:ext>
            </a:extLst>
          </p:cNvPr>
          <p:cNvSpPr txBox="1"/>
          <p:nvPr/>
        </p:nvSpPr>
        <p:spPr>
          <a:xfrm>
            <a:off x="-7985756" y="2434181"/>
            <a:ext cx="76836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REM et Slow Waves </a:t>
            </a:r>
            <a:r>
              <a:rPr lang="fr-FR" b="1" dirty="0" err="1"/>
              <a:t>Sleep</a:t>
            </a:r>
            <a:r>
              <a:rPr lang="fr-FR" b="1" dirty="0"/>
              <a:t> = les 2 états les plus favorables au </a:t>
            </a:r>
            <a:r>
              <a:rPr lang="fr-FR" b="1" dirty="0" err="1"/>
              <a:t>downscaling</a:t>
            </a:r>
            <a:endParaRPr lang="fr-FR" b="1" dirty="0"/>
          </a:p>
          <a:p>
            <a:endParaRPr lang="fr-FR" b="1" dirty="0"/>
          </a:p>
          <a:p>
            <a:r>
              <a:rPr lang="fr-FR" dirty="0"/>
              <a:t>Pour rappel :</a:t>
            </a:r>
          </a:p>
          <a:p>
            <a:pPr marL="285750" indent="-285750">
              <a:buFontTx/>
              <a:buChar char="-"/>
            </a:pPr>
            <a:r>
              <a:rPr lang="fr-FR" dirty="0"/>
              <a:t>Sommeil Non-REM = phase 1, 2 et 3</a:t>
            </a:r>
          </a:p>
          <a:p>
            <a:pPr marL="285750" indent="-285750">
              <a:buFontTx/>
              <a:buChar char="-"/>
            </a:pPr>
            <a:r>
              <a:rPr lang="fr-FR" dirty="0"/>
              <a:t>Sommeil REM</a:t>
            </a:r>
          </a:p>
          <a:p>
            <a:pPr marL="285750" indent="-285750">
              <a:buFontTx/>
              <a:buChar char="-"/>
            </a:pPr>
            <a:r>
              <a:rPr lang="fr-FR" dirty="0"/>
              <a:t>La phase 3 du sommeil Non-REM est la phase de Slow Waves </a:t>
            </a:r>
            <a:r>
              <a:rPr lang="fr-FR" dirty="0" err="1"/>
              <a:t>Sleep</a:t>
            </a: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MAIS le </a:t>
            </a:r>
            <a:r>
              <a:rPr lang="fr-FR" dirty="0" err="1"/>
              <a:t>downscaling</a:t>
            </a:r>
            <a:r>
              <a:rPr lang="fr-FR" dirty="0"/>
              <a:t> ne se fait pas partout : le cerveau « priorise » les connections à </a:t>
            </a:r>
            <a:r>
              <a:rPr lang="fr-FR" dirty="0" err="1"/>
              <a:t>downscaler</a:t>
            </a:r>
            <a:r>
              <a:rPr lang="fr-FR" dirty="0"/>
              <a:t> ou pas. Par exemple, les zones liées à la mémoires sont épargnées par ce phénomène = elles ne </a:t>
            </a:r>
            <a:r>
              <a:rPr lang="fr-FR" dirty="0" err="1"/>
              <a:t>downscalent</a:t>
            </a:r>
            <a:r>
              <a:rPr lang="fr-FR" dirty="0"/>
              <a:t> pas quand on dort, au contraire … elles se </a:t>
            </a:r>
            <a:r>
              <a:rPr lang="fr-FR" dirty="0" err="1"/>
              <a:t>upscalent</a:t>
            </a:r>
            <a:r>
              <a:rPr lang="fr-F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106370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41627-CFE5-C9D1-D8BC-83B553A7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02D7CD08-DFBD-3337-CC4F-F77FFC817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00" y="7947"/>
            <a:ext cx="6501204" cy="167773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B4BA489-8836-645B-03B2-55F0B34BE1A9}"/>
              </a:ext>
            </a:extLst>
          </p:cNvPr>
          <p:cNvSpPr txBox="1"/>
          <p:nvPr/>
        </p:nvSpPr>
        <p:spPr>
          <a:xfrm>
            <a:off x="12423479" y="2289732"/>
            <a:ext cx="73947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« Le sommeil est le prix à payer pour avoir de la neuroplasticité »</a:t>
            </a:r>
          </a:p>
          <a:p>
            <a:endParaRPr lang="fr-FR" dirty="0"/>
          </a:p>
          <a:p>
            <a:r>
              <a:rPr lang="fr-FR" dirty="0"/>
              <a:t>En journée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Nombreuses stimulations (informations)</a:t>
            </a:r>
          </a:p>
          <a:p>
            <a:pPr marL="285750" indent="-285750">
              <a:buFontTx/>
              <a:buChar char="-"/>
            </a:pPr>
            <a:r>
              <a:rPr lang="fr-FR" dirty="0"/>
              <a:t>Crée un « </a:t>
            </a:r>
            <a:r>
              <a:rPr lang="fr-FR" dirty="0" err="1"/>
              <a:t>upscaling</a:t>
            </a:r>
            <a:r>
              <a:rPr lang="fr-FR" dirty="0"/>
              <a:t> » synaptique (connections)</a:t>
            </a:r>
          </a:p>
          <a:p>
            <a:pPr marL="285750" indent="-285750">
              <a:buFontTx/>
              <a:buChar char="-"/>
            </a:pPr>
            <a:r>
              <a:rPr lang="fr-FR" dirty="0"/>
              <a:t>Risque de « saturation » du système si trop de connections</a:t>
            </a:r>
          </a:p>
          <a:p>
            <a:endParaRPr lang="fr-FR" dirty="0"/>
          </a:p>
          <a:p>
            <a:r>
              <a:rPr lang="fr-FR" dirty="0"/>
              <a:t>Heureusement la nuit :</a:t>
            </a:r>
          </a:p>
          <a:p>
            <a:pPr marL="285750" indent="-285750">
              <a:buFontTx/>
              <a:buChar char="-"/>
            </a:pPr>
            <a:r>
              <a:rPr lang="fr-FR" dirty="0"/>
              <a:t>Destruction des connections</a:t>
            </a:r>
          </a:p>
          <a:p>
            <a:pPr marL="285750" indent="-285750">
              <a:buFontTx/>
              <a:buChar char="-"/>
            </a:pPr>
            <a:r>
              <a:rPr lang="fr-FR" dirty="0"/>
              <a:t>C’est un « </a:t>
            </a:r>
            <a:r>
              <a:rPr lang="fr-FR" dirty="0" err="1"/>
              <a:t>downscalling</a:t>
            </a:r>
            <a:r>
              <a:rPr lang="fr-FR" dirty="0"/>
              <a:t> » synaptique </a:t>
            </a:r>
          </a:p>
          <a:p>
            <a:pPr marL="285750" indent="-285750">
              <a:buFontTx/>
              <a:buChar char="-"/>
            </a:pPr>
            <a:r>
              <a:rPr lang="fr-FR" dirty="0"/>
              <a:t>Qui permet de préserver l’homéostasie synaptique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= Ce que l’on construit le jour, on le défait la nuit, sinon le système bloque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2FCD7D1-6D74-661A-1E5A-964EDD380B83}"/>
              </a:ext>
            </a:extLst>
          </p:cNvPr>
          <p:cNvSpPr txBox="1"/>
          <p:nvPr/>
        </p:nvSpPr>
        <p:spPr>
          <a:xfrm>
            <a:off x="2398643" y="2434181"/>
            <a:ext cx="76836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REM et Slow Waves </a:t>
            </a:r>
            <a:r>
              <a:rPr lang="fr-FR" b="1" dirty="0" err="1"/>
              <a:t>Sleep</a:t>
            </a:r>
            <a:r>
              <a:rPr lang="fr-FR" b="1" dirty="0"/>
              <a:t> = les 2 états les plus favorables au </a:t>
            </a:r>
            <a:r>
              <a:rPr lang="fr-FR" b="1" dirty="0" err="1"/>
              <a:t>downscaling</a:t>
            </a:r>
            <a:endParaRPr lang="fr-FR" b="1" dirty="0"/>
          </a:p>
          <a:p>
            <a:endParaRPr lang="fr-FR" b="1" dirty="0"/>
          </a:p>
          <a:p>
            <a:r>
              <a:rPr lang="fr-FR" dirty="0"/>
              <a:t>Pour rappel :</a:t>
            </a:r>
          </a:p>
          <a:p>
            <a:pPr marL="285750" indent="-285750">
              <a:buFontTx/>
              <a:buChar char="-"/>
            </a:pPr>
            <a:r>
              <a:rPr lang="fr-FR" dirty="0"/>
              <a:t>Sommeil Non-REM = phase 1, 2 et 3</a:t>
            </a:r>
          </a:p>
          <a:p>
            <a:pPr marL="285750" indent="-285750">
              <a:buFontTx/>
              <a:buChar char="-"/>
            </a:pPr>
            <a:r>
              <a:rPr lang="fr-FR" dirty="0"/>
              <a:t>Sommeil REM</a:t>
            </a:r>
          </a:p>
          <a:p>
            <a:pPr marL="285750" indent="-285750">
              <a:buFontTx/>
              <a:buChar char="-"/>
            </a:pPr>
            <a:r>
              <a:rPr lang="fr-FR" dirty="0"/>
              <a:t>La phase 3 du sommeil Non-REM est la phase de Slow Waves </a:t>
            </a:r>
            <a:r>
              <a:rPr lang="fr-FR" dirty="0" err="1"/>
              <a:t>Sleep</a:t>
            </a: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MAIS le </a:t>
            </a:r>
            <a:r>
              <a:rPr lang="fr-FR" dirty="0" err="1"/>
              <a:t>downscaling</a:t>
            </a:r>
            <a:r>
              <a:rPr lang="fr-FR" dirty="0"/>
              <a:t> ne se fait pas partout : le cerveau « priorise » les connections à </a:t>
            </a:r>
            <a:r>
              <a:rPr lang="fr-FR" dirty="0" err="1"/>
              <a:t>downscaler</a:t>
            </a:r>
            <a:r>
              <a:rPr lang="fr-FR" dirty="0"/>
              <a:t> ou pas. Par exemple, les zones liées à la mémoires sont épargnées par ce phénomène = elles ne </a:t>
            </a:r>
            <a:r>
              <a:rPr lang="fr-FR" dirty="0" err="1"/>
              <a:t>downscalent</a:t>
            </a:r>
            <a:r>
              <a:rPr lang="fr-FR" dirty="0"/>
              <a:t> pas quand on dort, au contraire … elles se </a:t>
            </a:r>
            <a:r>
              <a:rPr lang="fr-FR" dirty="0" err="1"/>
              <a:t>upscalent</a:t>
            </a:r>
            <a:r>
              <a:rPr lang="fr-F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769700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5FEDA-8E48-8649-60D3-76AB3169D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AB1E7B2E-2B6D-5E6D-00FB-19E7B18D3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00" y="7947"/>
            <a:ext cx="6501204" cy="167773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023A5A8-1936-571A-3C43-F4340588D6FF}"/>
              </a:ext>
            </a:extLst>
          </p:cNvPr>
          <p:cNvSpPr txBox="1"/>
          <p:nvPr/>
        </p:nvSpPr>
        <p:spPr>
          <a:xfrm>
            <a:off x="12520653" y="2426229"/>
            <a:ext cx="76836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REM et Slow Waves </a:t>
            </a:r>
            <a:r>
              <a:rPr lang="fr-FR" b="1" dirty="0" err="1"/>
              <a:t>Sleep</a:t>
            </a:r>
            <a:r>
              <a:rPr lang="fr-FR" b="1" dirty="0"/>
              <a:t> = les 2 états les plus favorables au </a:t>
            </a:r>
            <a:r>
              <a:rPr lang="fr-FR" b="1" dirty="0" err="1"/>
              <a:t>downscaling</a:t>
            </a:r>
            <a:endParaRPr lang="fr-FR" b="1" dirty="0"/>
          </a:p>
          <a:p>
            <a:endParaRPr lang="fr-FR" b="1" dirty="0"/>
          </a:p>
          <a:p>
            <a:r>
              <a:rPr lang="fr-FR" dirty="0"/>
              <a:t>Pour rappel :</a:t>
            </a:r>
          </a:p>
          <a:p>
            <a:pPr marL="285750" indent="-285750">
              <a:buFontTx/>
              <a:buChar char="-"/>
            </a:pPr>
            <a:r>
              <a:rPr lang="fr-FR" dirty="0"/>
              <a:t>Sommeil Non-REM = phase 1, 2 et 3</a:t>
            </a:r>
          </a:p>
          <a:p>
            <a:pPr marL="285750" indent="-285750">
              <a:buFontTx/>
              <a:buChar char="-"/>
            </a:pPr>
            <a:r>
              <a:rPr lang="fr-FR" dirty="0"/>
              <a:t>Sommeil REM</a:t>
            </a:r>
          </a:p>
          <a:p>
            <a:pPr marL="285750" indent="-285750">
              <a:buFontTx/>
              <a:buChar char="-"/>
            </a:pPr>
            <a:r>
              <a:rPr lang="fr-FR" dirty="0"/>
              <a:t>La phase 3 du sommeil Non-REM est la phase de Slow Waves </a:t>
            </a:r>
            <a:r>
              <a:rPr lang="fr-FR" dirty="0" err="1"/>
              <a:t>Sleep</a:t>
            </a: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MAIS le </a:t>
            </a:r>
            <a:r>
              <a:rPr lang="fr-FR" dirty="0" err="1"/>
              <a:t>downscaling</a:t>
            </a:r>
            <a:r>
              <a:rPr lang="fr-FR" dirty="0"/>
              <a:t> ne se fait pas partout : le cerveau « priorise » les connections à </a:t>
            </a:r>
            <a:r>
              <a:rPr lang="fr-FR" dirty="0" err="1"/>
              <a:t>downscaler</a:t>
            </a:r>
            <a:r>
              <a:rPr lang="fr-FR" dirty="0"/>
              <a:t> ou pas. Par exemple, les zones liées à la mémoires sont épargnées par ce phénomène = elles ne </a:t>
            </a:r>
            <a:r>
              <a:rPr lang="fr-FR" dirty="0" err="1"/>
              <a:t>downscalent</a:t>
            </a:r>
            <a:r>
              <a:rPr lang="fr-FR" dirty="0"/>
              <a:t> pas quand on dort, au contraire … elles se </a:t>
            </a:r>
            <a:r>
              <a:rPr lang="fr-FR" dirty="0" err="1"/>
              <a:t>upscalent</a:t>
            </a:r>
            <a:r>
              <a:rPr lang="fr-FR" dirty="0"/>
              <a:t>.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88E2CBE-D4D6-3C19-5A4D-179664569427}"/>
              </a:ext>
            </a:extLst>
          </p:cNvPr>
          <p:cNvSpPr txBox="1"/>
          <p:nvPr/>
        </p:nvSpPr>
        <p:spPr>
          <a:xfrm>
            <a:off x="2254194" y="2426228"/>
            <a:ext cx="768361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La rTMS est un agent de « </a:t>
            </a:r>
            <a:r>
              <a:rPr lang="fr-FR" b="1" dirty="0" err="1"/>
              <a:t>métaplasticité</a:t>
            </a:r>
            <a:r>
              <a:rPr lang="fr-FR" b="1" dirty="0"/>
              <a:t> » </a:t>
            </a:r>
          </a:p>
          <a:p>
            <a:endParaRPr lang="fr-FR" b="1" dirty="0"/>
          </a:p>
          <a:p>
            <a:r>
              <a:rPr lang="fr-FR" dirty="0"/>
              <a:t>Elle peut à la fois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Améliorer la plasticité en tant que tel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Augmentation du BDNF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Expression génique des récepteurs NMDA </a:t>
            </a:r>
          </a:p>
          <a:p>
            <a:pPr marL="285750" lvl="1" indent="-285750">
              <a:buFontTx/>
              <a:buChar char="-"/>
            </a:pPr>
            <a:r>
              <a:rPr lang="fr-FR" dirty="0"/>
              <a:t>Améliorer les conditions favorisant la plasticité (ex : entropie locale) </a:t>
            </a:r>
          </a:p>
          <a:p>
            <a:pPr marL="285750" lvl="1" indent="-285750">
              <a:buFontTx/>
              <a:buChar char="-"/>
            </a:pPr>
            <a:endParaRPr lang="fr-FR" dirty="0"/>
          </a:p>
          <a:p>
            <a:pPr marL="0" lvl="1"/>
            <a:r>
              <a:rPr lang="fr-FR" dirty="0"/>
              <a:t>En SWS : </a:t>
            </a:r>
          </a:p>
          <a:p>
            <a:pPr marL="285750" lvl="1" indent="-285750">
              <a:buFontTx/>
              <a:buChar char="-"/>
            </a:pPr>
            <a:r>
              <a:rPr lang="fr-FR" dirty="0"/>
              <a:t>Espace interstitiel augmente de 60%</a:t>
            </a:r>
          </a:p>
          <a:p>
            <a:pPr marL="285750" lvl="1" indent="-285750">
              <a:buFontTx/>
              <a:buChar char="-"/>
            </a:pPr>
            <a:r>
              <a:rPr lang="fr-FR" dirty="0"/>
              <a:t>Flux glymphatique augmente de 90% </a:t>
            </a:r>
          </a:p>
          <a:p>
            <a:pPr marL="0" lvl="1"/>
            <a:r>
              <a:rPr lang="fr-FR" dirty="0"/>
              <a:t>= or le SWS est favorisé par la rTMS !</a:t>
            </a:r>
          </a:p>
          <a:p>
            <a:pPr marL="0" lvl="1"/>
            <a:endParaRPr lang="fr-FR" dirty="0"/>
          </a:p>
          <a:p>
            <a:pPr marL="0" lvl="1"/>
            <a:r>
              <a:rPr lang="fr-FR" dirty="0"/>
              <a:t>1 Hz : améliore plus l’insomnie que la dépression</a:t>
            </a:r>
          </a:p>
          <a:p>
            <a:pPr marL="0" lvl="1"/>
            <a:r>
              <a:rPr lang="fr-FR" dirty="0"/>
              <a:t>10 Hz : améliore plus la dépression que l’insomnie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B4BB4AF-730E-A2D1-2E45-5F8CF7889766}"/>
              </a:ext>
            </a:extLst>
          </p:cNvPr>
          <p:cNvSpPr txBox="1"/>
          <p:nvPr/>
        </p:nvSpPr>
        <p:spPr>
          <a:xfrm>
            <a:off x="12560988" y="6180570"/>
            <a:ext cx="357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Mais niveau de preuve bas…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33A2C6-D930-FB5B-2D94-AE2AF7D2B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969" y="7054560"/>
            <a:ext cx="5457865" cy="411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58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3217-54B1-FF0E-2E9D-8CA07B8A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9ABA9015-4486-3F85-43B9-040590BFD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00" y="7947"/>
            <a:ext cx="6501204" cy="167773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5D48601-9096-85AF-6662-246917A3FD8E}"/>
              </a:ext>
            </a:extLst>
          </p:cNvPr>
          <p:cNvSpPr txBox="1"/>
          <p:nvPr/>
        </p:nvSpPr>
        <p:spPr>
          <a:xfrm>
            <a:off x="2254194" y="2101954"/>
            <a:ext cx="7683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Est-ce que le sommeil module les effets de la rTMS ?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9EE41F-BB66-3D21-9F58-03C06435C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804" y="2735223"/>
            <a:ext cx="5457865" cy="411483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56320B0-9373-AFD5-B930-F95E1727F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357658" y="3129536"/>
            <a:ext cx="7700458" cy="256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3650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06B01-CB00-CEB6-4502-D0B1E78C6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526BEEB-A043-15C8-0BE6-8821EC77B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00" y="7947"/>
            <a:ext cx="6501204" cy="167773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391762B-8C78-9869-6DDB-D706FD1C3FA8}"/>
              </a:ext>
            </a:extLst>
          </p:cNvPr>
          <p:cNvSpPr txBox="1"/>
          <p:nvPr/>
        </p:nvSpPr>
        <p:spPr>
          <a:xfrm>
            <a:off x="2254194" y="2101954"/>
            <a:ext cx="7683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Est-ce que la rTMS a un effet sur le sommeil ? 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EE215B1-F4BF-9F40-12A5-729C7E661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625" y="2602875"/>
            <a:ext cx="5457865" cy="411483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BD28A60-BFAE-7FB5-FDD2-D2B6BE134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347" y="2973125"/>
            <a:ext cx="7700458" cy="256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75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8EF5-1980-279C-B8C7-D3D01BB86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63E10AE-D35B-D86F-FCD8-AF6194B6E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00" y="7947"/>
            <a:ext cx="6501204" cy="167773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ED393A0-00C9-E810-A63B-958CC1EBCD52}"/>
              </a:ext>
            </a:extLst>
          </p:cNvPr>
          <p:cNvSpPr txBox="1"/>
          <p:nvPr/>
        </p:nvSpPr>
        <p:spPr>
          <a:xfrm>
            <a:off x="2254194" y="2101954"/>
            <a:ext cx="7683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Est-ce que la rTMS a un effet sur le sommeil ? 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80427A6-01E4-45CA-0E69-0A79DBBBC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30758">
            <a:off x="1284851" y="3005885"/>
            <a:ext cx="9193167" cy="23842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91C81D1-0E65-45F3-EA6E-120C0537627A}"/>
              </a:ext>
            </a:extLst>
          </p:cNvPr>
          <p:cNvSpPr/>
          <p:nvPr/>
        </p:nvSpPr>
        <p:spPr>
          <a:xfrm>
            <a:off x="914400" y="2574758"/>
            <a:ext cx="9938084" cy="553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FE7EFB-0757-074A-0F95-11D157DB5440}"/>
              </a:ext>
            </a:extLst>
          </p:cNvPr>
          <p:cNvSpPr/>
          <p:nvPr/>
        </p:nvSpPr>
        <p:spPr>
          <a:xfrm>
            <a:off x="1126957" y="5198467"/>
            <a:ext cx="9938084" cy="553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38549D8-CF8A-5228-7FBC-3D1B34873451}"/>
              </a:ext>
            </a:extLst>
          </p:cNvPr>
          <p:cNvSpPr txBox="1"/>
          <p:nvPr/>
        </p:nvSpPr>
        <p:spPr>
          <a:xfrm>
            <a:off x="2039628" y="5511110"/>
            <a:ext cx="8367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LATENCE                                                    SWS                                                   Synchronisation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3167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3228-F928-55C9-898B-D04D9356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7674FA6F-D46C-159E-28E0-E1CEF3805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00" y="7947"/>
            <a:ext cx="6501204" cy="167773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82AA2BF-DB78-85A9-42A3-DFC455F38589}"/>
              </a:ext>
            </a:extLst>
          </p:cNvPr>
          <p:cNvSpPr txBox="1"/>
          <p:nvPr/>
        </p:nvSpPr>
        <p:spPr>
          <a:xfrm>
            <a:off x="2723705" y="2166807"/>
            <a:ext cx="76836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Est-ce que la rTMS a un effet sur le sommeil ?</a:t>
            </a:r>
          </a:p>
          <a:p>
            <a:endParaRPr lang="fr-FR" b="1" dirty="0"/>
          </a:p>
          <a:p>
            <a:r>
              <a:rPr lang="fr-FR" b="1" dirty="0"/>
              <a:t>Insomnie primaire :  </a:t>
            </a:r>
            <a:r>
              <a:rPr lang="fr-FR" dirty="0"/>
              <a:t>oui mais les effets ne durent pas</a:t>
            </a:r>
          </a:p>
          <a:p>
            <a:endParaRPr lang="fr-FR" b="1" dirty="0"/>
          </a:p>
          <a:p>
            <a:r>
              <a:rPr lang="fr-FR" b="1" dirty="0"/>
              <a:t>SJSR : </a:t>
            </a:r>
            <a:r>
              <a:rPr lang="fr-FR" dirty="0"/>
              <a:t>oui mais faiblement</a:t>
            </a:r>
          </a:p>
          <a:p>
            <a:endParaRPr lang="fr-FR" b="1" dirty="0"/>
          </a:p>
          <a:p>
            <a:r>
              <a:rPr lang="fr-FR" b="1" dirty="0"/>
              <a:t>Narcolepsie : </a:t>
            </a:r>
            <a:r>
              <a:rPr lang="fr-FR" dirty="0"/>
              <a:t>1 case report</a:t>
            </a:r>
          </a:p>
          <a:p>
            <a:endParaRPr lang="fr-FR" b="1" dirty="0"/>
          </a:p>
          <a:p>
            <a:r>
              <a:rPr lang="fr-FR" b="1" dirty="0"/>
              <a:t>Bruxisme : </a:t>
            </a:r>
            <a:r>
              <a:rPr lang="fr-FR" dirty="0"/>
              <a:t>oui (1 Hz sur M1 </a:t>
            </a:r>
            <a:r>
              <a:rPr lang="fr-FR" dirty="0" err="1"/>
              <a:t>Masseter</a:t>
            </a:r>
            <a:r>
              <a:rPr lang="fr-FR" dirty="0"/>
              <a:t>)</a:t>
            </a:r>
          </a:p>
          <a:p>
            <a:endParaRPr lang="fr-FR" b="1" dirty="0"/>
          </a:p>
          <a:p>
            <a:r>
              <a:rPr lang="fr-FR" b="1" dirty="0"/>
              <a:t>SAOS : </a:t>
            </a:r>
            <a:r>
              <a:rPr lang="fr-FR" dirty="0"/>
              <a:t>sans intérêt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0E57A8D-EC8F-94D0-E262-C73A29848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30758">
            <a:off x="1284851" y="8492292"/>
            <a:ext cx="9193167" cy="23842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5FB39AD-E55E-63B6-515A-D13152B563F7}"/>
              </a:ext>
            </a:extLst>
          </p:cNvPr>
          <p:cNvSpPr/>
          <p:nvPr/>
        </p:nvSpPr>
        <p:spPr>
          <a:xfrm>
            <a:off x="914400" y="8061165"/>
            <a:ext cx="9938084" cy="553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02D195-6EAF-264E-DE31-11A7B5CDFEB5}"/>
              </a:ext>
            </a:extLst>
          </p:cNvPr>
          <p:cNvSpPr/>
          <p:nvPr/>
        </p:nvSpPr>
        <p:spPr>
          <a:xfrm>
            <a:off x="1126957" y="10684874"/>
            <a:ext cx="9938084" cy="553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5480748-339A-237F-1D58-C8E6603EB606}"/>
              </a:ext>
            </a:extLst>
          </p:cNvPr>
          <p:cNvSpPr txBox="1"/>
          <p:nvPr/>
        </p:nvSpPr>
        <p:spPr>
          <a:xfrm>
            <a:off x="2039628" y="10997517"/>
            <a:ext cx="8367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LATENCE                                                    SWS                                                   Synchronisation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AB62B76-3A43-47E7-B6F8-5EF8A3E90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13632" y="0"/>
            <a:ext cx="5848393" cy="154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645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3E955-A584-E183-3C0E-61B5D2CA6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9F383476-FB1D-42F9-5342-39C702184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5100" y="0"/>
            <a:ext cx="6501204" cy="167773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093A987-531A-313F-D84A-F61C1520921B}"/>
              </a:ext>
            </a:extLst>
          </p:cNvPr>
          <p:cNvSpPr txBox="1"/>
          <p:nvPr/>
        </p:nvSpPr>
        <p:spPr>
          <a:xfrm>
            <a:off x="2254194" y="2736502"/>
            <a:ext cx="76836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Optimisation de la réponse la rTMS et techniques avancées en cas de troubles « ultra-résistants »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1367318-0646-97C6-F341-C4E634AD9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203" y="0"/>
            <a:ext cx="5848393" cy="154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8696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85EE0-A2E8-B999-F981-A39B6D2DF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2922D89-AF2F-FBDC-1B8F-CC2822E6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5100" y="0"/>
            <a:ext cx="6501204" cy="167773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9CAB229-777C-D0A6-87BF-4447936A7C40}"/>
              </a:ext>
            </a:extLst>
          </p:cNvPr>
          <p:cNvSpPr txBox="1"/>
          <p:nvPr/>
        </p:nvSpPr>
        <p:spPr>
          <a:xfrm>
            <a:off x="7307457" y="2050703"/>
            <a:ext cx="4884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tDCS + rTMS </a:t>
            </a:r>
          </a:p>
          <a:p>
            <a:r>
              <a:rPr lang="fr-FR" sz="2400" b="1" dirty="0"/>
              <a:t>= combo plus efficace que séparé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D5F822D-46FB-7A8A-0904-94086C837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203" y="0"/>
            <a:ext cx="5848393" cy="154306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3C67E5C-6228-0DCE-6716-06929C8C2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89" y="1677730"/>
            <a:ext cx="6591348" cy="476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076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D064-AAAD-B63F-7EFE-73EB2D195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26FEAC7-42A7-769B-E0B9-27A39BD30B93}"/>
              </a:ext>
            </a:extLst>
          </p:cNvPr>
          <p:cNvSpPr txBox="1"/>
          <p:nvPr/>
        </p:nvSpPr>
        <p:spPr>
          <a:xfrm>
            <a:off x="1467853" y="2050703"/>
            <a:ext cx="73237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rTMS et pharmacologie </a:t>
            </a:r>
          </a:p>
          <a:p>
            <a:endParaRPr lang="fr-FR" sz="2400" b="1" dirty="0"/>
          </a:p>
          <a:p>
            <a:r>
              <a:rPr lang="fr-FR" sz="2400" b="1" dirty="0"/>
              <a:t>1. Même si non formellement démontré</a:t>
            </a:r>
          </a:p>
          <a:p>
            <a:r>
              <a:rPr lang="fr-FR" sz="2400" b="1" dirty="0"/>
              <a:t>rTMS + </a:t>
            </a:r>
            <a:r>
              <a:rPr lang="fr-FR" sz="2400" b="1" dirty="0" err="1"/>
              <a:t>Benzo</a:t>
            </a:r>
            <a:r>
              <a:rPr lang="fr-FR" sz="2400" b="1" dirty="0"/>
              <a:t> ou AE = attention</a:t>
            </a:r>
          </a:p>
          <a:p>
            <a:endParaRPr lang="fr-FR" sz="2400" b="1" dirty="0"/>
          </a:p>
          <a:p>
            <a:r>
              <a:rPr lang="fr-FR" sz="2400" b="1" dirty="0"/>
              <a:t>2. Deux combinaisons retiennent l’attention </a:t>
            </a:r>
          </a:p>
          <a:p>
            <a:pPr marL="342900" indent="-342900">
              <a:buFontTx/>
              <a:buChar char="-"/>
            </a:pPr>
            <a:r>
              <a:rPr lang="fr-FR" sz="2400" b="1" dirty="0"/>
              <a:t>D-cyclosérine + </a:t>
            </a:r>
            <a:r>
              <a:rPr lang="fr-FR" sz="2400" b="1" dirty="0" err="1"/>
              <a:t>Elvanse</a:t>
            </a:r>
            <a:endParaRPr lang="fr-FR" sz="2400" b="1" dirty="0"/>
          </a:p>
          <a:p>
            <a:pPr marL="342900" indent="-342900">
              <a:buFontTx/>
              <a:buChar char="-"/>
            </a:pPr>
            <a:r>
              <a:rPr lang="fr-FR" sz="2400" b="1" dirty="0"/>
              <a:t>D-sérine </a:t>
            </a:r>
          </a:p>
          <a:p>
            <a:endParaRPr lang="fr-FR" sz="2400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96EC62B-DCE1-2DD3-40CF-9C40136F3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03" y="0"/>
            <a:ext cx="5848393" cy="154306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D24A466-CF03-77B0-F476-B58BEB130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89" y="7765717"/>
            <a:ext cx="6591348" cy="4762535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6555D772-AA7E-C121-2D38-EC0D34CE6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8412" y="2464962"/>
            <a:ext cx="6918243" cy="402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4632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CDCF2-E54F-7A67-489B-214D7F46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10F5D4C-A5F8-014C-FC0D-5E91496A194F}"/>
              </a:ext>
            </a:extLst>
          </p:cNvPr>
          <p:cNvSpPr txBox="1"/>
          <p:nvPr/>
        </p:nvSpPr>
        <p:spPr>
          <a:xfrm>
            <a:off x="709864" y="1847694"/>
            <a:ext cx="732374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D-Cyclosérine + </a:t>
            </a:r>
            <a:r>
              <a:rPr lang="fr-FR" sz="2400" b="1" dirty="0" err="1"/>
              <a:t>Elvanse</a:t>
            </a:r>
            <a:endParaRPr lang="fr-FR" sz="2400" b="1" dirty="0"/>
          </a:p>
          <a:p>
            <a:endParaRPr lang="fr-FR" sz="2400" b="1" dirty="0"/>
          </a:p>
          <a:p>
            <a:r>
              <a:rPr lang="fr-FR" sz="2400" dirty="0"/>
              <a:t>32 TRD (3 lignes)</a:t>
            </a:r>
          </a:p>
          <a:p>
            <a:r>
              <a:rPr lang="fr-FR" sz="2400" dirty="0"/>
              <a:t>Essai « One-D » </a:t>
            </a:r>
          </a:p>
          <a:p>
            <a:r>
              <a:rPr lang="fr-FR" sz="2400" dirty="0"/>
              <a:t>20 séances de </a:t>
            </a:r>
            <a:r>
              <a:rPr lang="fr-FR" sz="2400" dirty="0" err="1"/>
              <a:t>iTBS</a:t>
            </a:r>
            <a:r>
              <a:rPr lang="fr-FR" sz="2400" dirty="0"/>
              <a:t> 600 pulses</a:t>
            </a:r>
          </a:p>
          <a:p>
            <a:r>
              <a:rPr lang="fr-FR" sz="2400" dirty="0"/>
              <a:t>Sur 1 jour</a:t>
            </a:r>
          </a:p>
          <a:p>
            <a:r>
              <a:rPr lang="fr-FR" sz="2400" dirty="0"/>
              <a:t>30 min entre les séances</a:t>
            </a:r>
          </a:p>
          <a:p>
            <a:br>
              <a:rPr lang="fr-FR" sz="2400" dirty="0"/>
            </a:br>
            <a:r>
              <a:rPr lang="fr-FR" sz="2400" dirty="0"/>
              <a:t>1h avant la 1</a:t>
            </a:r>
            <a:r>
              <a:rPr lang="fr-FR" sz="2400" baseline="30000" dirty="0"/>
              <a:t>ère</a:t>
            </a:r>
            <a:r>
              <a:rPr lang="fr-FR" sz="2400" dirty="0"/>
              <a:t> séance : </a:t>
            </a:r>
          </a:p>
          <a:p>
            <a:r>
              <a:rPr lang="fr-FR" sz="2400" dirty="0"/>
              <a:t>125 mg de D-Cyclosérine</a:t>
            </a:r>
          </a:p>
          <a:p>
            <a:r>
              <a:rPr lang="fr-FR" sz="2400" dirty="0"/>
              <a:t>20 mg d’</a:t>
            </a:r>
            <a:r>
              <a:rPr lang="fr-FR" sz="2400" dirty="0" err="1"/>
              <a:t>Elvanse</a:t>
            </a:r>
            <a:r>
              <a:rPr lang="fr-FR" sz="2400" dirty="0"/>
              <a:t> </a:t>
            </a:r>
          </a:p>
          <a:p>
            <a:endParaRPr lang="fr-FR" sz="2400" dirty="0"/>
          </a:p>
          <a:p>
            <a:r>
              <a:rPr lang="fr-FR" sz="2400" dirty="0"/>
              <a:t>74% de rémission à 3 mois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ECE9AE9-7965-A7C6-818C-6923BAB05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203" y="0"/>
            <a:ext cx="5848393" cy="154306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363A673-E931-2254-B07C-F59B052B5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556" y="2284488"/>
            <a:ext cx="6918243" cy="402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18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1DFD3-7A1E-E6C5-0B39-267E91D21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BFA29CD-5637-FF65-14CD-C6BE87A07461}"/>
              </a:ext>
            </a:extLst>
          </p:cNvPr>
          <p:cNvSpPr txBox="1"/>
          <p:nvPr/>
        </p:nvSpPr>
        <p:spPr>
          <a:xfrm>
            <a:off x="709864" y="1847694"/>
            <a:ext cx="73237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D-Sérine</a:t>
            </a:r>
          </a:p>
          <a:p>
            <a:endParaRPr lang="fr-FR" sz="2400" b="1" dirty="0"/>
          </a:p>
          <a:p>
            <a:r>
              <a:rPr lang="fr-FR" sz="2400" dirty="0"/>
              <a:t>Acide Aminé en vente libre</a:t>
            </a:r>
          </a:p>
          <a:p>
            <a:r>
              <a:rPr lang="fr-FR" sz="2400" dirty="0"/>
              <a:t>Agoniste du site glycine des R-NMDA</a:t>
            </a:r>
          </a:p>
          <a:p>
            <a:r>
              <a:rPr lang="fr-FR" sz="2400" dirty="0"/>
              <a:t>Traverse la BHE</a:t>
            </a:r>
          </a:p>
          <a:p>
            <a:r>
              <a:rPr lang="fr-FR" sz="2400" dirty="0"/>
              <a:t>Effets </a:t>
            </a:r>
            <a:r>
              <a:rPr lang="fr-FR" sz="2400" dirty="0" err="1"/>
              <a:t>neuroplastiques</a:t>
            </a:r>
            <a:r>
              <a:rPr lang="fr-FR" sz="2400" dirty="0"/>
              <a:t> </a:t>
            </a:r>
            <a:r>
              <a:rPr lang="fr-FR" sz="2400" dirty="0" err="1"/>
              <a:t>poteniels</a:t>
            </a:r>
            <a:r>
              <a:rPr lang="fr-FR" sz="2400" dirty="0"/>
              <a:t> </a:t>
            </a:r>
          </a:p>
          <a:p>
            <a:endParaRPr lang="fr-FR" sz="2400" dirty="0"/>
          </a:p>
          <a:p>
            <a:r>
              <a:rPr lang="fr-FR" sz="2400" dirty="0"/>
              <a:t>80 mg/kg 60 à 90 min avant la 1</a:t>
            </a:r>
            <a:r>
              <a:rPr lang="fr-FR" sz="2400" baseline="30000" dirty="0"/>
              <a:t>ère</a:t>
            </a:r>
            <a:r>
              <a:rPr lang="fr-FR" sz="2400" dirty="0"/>
              <a:t> séance</a:t>
            </a:r>
          </a:p>
          <a:p>
            <a:endParaRPr lang="fr-FR" sz="2400" dirty="0"/>
          </a:p>
          <a:p>
            <a:r>
              <a:rPr lang="fr-FR" sz="2400" dirty="0"/>
              <a:t>(Poids/10) - 1 = nombre de </a:t>
            </a:r>
            <a:r>
              <a:rPr lang="fr-FR" sz="2400" dirty="0" err="1"/>
              <a:t>cp</a:t>
            </a:r>
            <a:endParaRPr lang="fr-FR" sz="24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7768B52-80CA-E705-4595-66CD0DE94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203" y="0"/>
            <a:ext cx="5848393" cy="154306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D42B18C-BF30-82F9-D1EA-C0AB2C151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6608" y="2501057"/>
            <a:ext cx="6918243" cy="402006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F5D009B-B4D5-8B83-C492-128242C5D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752" y="2163917"/>
            <a:ext cx="4705384" cy="3324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C4ACCF2-7FA8-F479-934D-4645F8C95E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399" y="7315201"/>
            <a:ext cx="4473692" cy="294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498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8E597-C8AF-EA27-2529-22FFA2820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212E16A-D9C1-FD60-E93E-791FC0B7EC1B}"/>
              </a:ext>
            </a:extLst>
          </p:cNvPr>
          <p:cNvSpPr txBox="1"/>
          <p:nvPr/>
        </p:nvSpPr>
        <p:spPr>
          <a:xfrm>
            <a:off x="1130970" y="1923144"/>
            <a:ext cx="88191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rTMS + </a:t>
            </a:r>
            <a:r>
              <a:rPr lang="fr-FR" sz="2400" b="1" dirty="0" err="1"/>
              <a:t>Spravato</a:t>
            </a:r>
            <a:r>
              <a:rPr lang="fr-FR" sz="2400" b="1" dirty="0"/>
              <a:t> </a:t>
            </a:r>
          </a:p>
          <a:p>
            <a:endParaRPr lang="fr-FR" sz="2400" b="1" dirty="0"/>
          </a:p>
          <a:p>
            <a:r>
              <a:rPr lang="fr-FR" sz="2400" dirty="0"/>
              <a:t>= Pas hyper concluant</a:t>
            </a:r>
          </a:p>
          <a:p>
            <a:r>
              <a:rPr lang="fr-FR" sz="2400" dirty="0"/>
              <a:t>Mais un case report de rémission chez patiente ECT-résistante</a:t>
            </a:r>
          </a:p>
          <a:p>
            <a:r>
              <a:rPr lang="fr-FR" sz="2400" dirty="0"/>
              <a:t>Et résistante à rTMS seule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F3F4805-7A82-B9EA-9800-5FF3B0D4E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203" y="0"/>
            <a:ext cx="5848393" cy="154306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81F806A-27AB-B2C8-21BD-2575B1B8F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9584" y="2200012"/>
            <a:ext cx="4705384" cy="3324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20DBA76-429B-E83B-BC4C-5D05902A0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799" y="3717758"/>
            <a:ext cx="4473692" cy="294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54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B77F5-0248-9D39-2BEE-BF91D6E0D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8482565-625C-6C7F-DDE8-6E94191F4676}"/>
              </a:ext>
            </a:extLst>
          </p:cNvPr>
          <p:cNvSpPr txBox="1"/>
          <p:nvPr/>
        </p:nvSpPr>
        <p:spPr>
          <a:xfrm>
            <a:off x="1457825" y="2616470"/>
            <a:ext cx="88191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Une remarque / interrogation </a:t>
            </a:r>
          </a:p>
          <a:p>
            <a:endParaRPr lang="fr-FR" sz="2400" b="1" dirty="0"/>
          </a:p>
          <a:p>
            <a:r>
              <a:rPr lang="fr-FR" sz="2400" dirty="0"/>
              <a:t>En rTMS accéléré</a:t>
            </a:r>
          </a:p>
          <a:p>
            <a:r>
              <a:rPr lang="fr-FR" sz="2400" dirty="0"/>
              <a:t>Disparition des idées suicidaires chez 61%</a:t>
            </a:r>
          </a:p>
          <a:p>
            <a:r>
              <a:rPr lang="fr-FR" sz="2400" dirty="0"/>
              <a:t>Indépendamment de l’amélioration des autres dimensions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8E1CC55-C33B-6D93-EB34-1A86AACE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203" y="0"/>
            <a:ext cx="5848393" cy="154306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6171AC2-25F9-B55B-6F9D-738825FCD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715" y="7567863"/>
            <a:ext cx="4473692" cy="2943829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0F357B03-E2B3-C9C1-21BC-6D3E0AD7D4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152684" y="9022"/>
            <a:ext cx="5610266" cy="142876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25E3585-9F09-B63B-FAC8-AA551DB0B8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233631" y="2105016"/>
            <a:ext cx="8376777" cy="452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863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17D65-8885-8442-3715-CB436017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8C28E4EF-2445-7859-91F8-269EC62F0E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22" b="5148"/>
          <a:stretch>
            <a:fillRect/>
          </a:stretch>
        </p:blipFill>
        <p:spPr>
          <a:xfrm>
            <a:off x="1553680" y="-4881246"/>
            <a:ext cx="8557755" cy="426763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9A1A216-29E4-B9E1-D4F3-E06037399950}"/>
              </a:ext>
            </a:extLst>
          </p:cNvPr>
          <p:cNvSpPr txBox="1"/>
          <p:nvPr/>
        </p:nvSpPr>
        <p:spPr>
          <a:xfrm>
            <a:off x="13621751" y="2796943"/>
            <a:ext cx="88191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Une remarque / interrogation </a:t>
            </a:r>
          </a:p>
          <a:p>
            <a:endParaRPr lang="fr-FR" sz="2400" b="1" dirty="0"/>
          </a:p>
          <a:p>
            <a:r>
              <a:rPr lang="fr-FR" sz="2400" dirty="0"/>
              <a:t>En rTMS accéléré</a:t>
            </a:r>
          </a:p>
          <a:p>
            <a:r>
              <a:rPr lang="fr-FR" sz="2400" dirty="0"/>
              <a:t>Disparition des idées suicidaires chez 61%</a:t>
            </a:r>
          </a:p>
          <a:p>
            <a:r>
              <a:rPr lang="fr-FR" sz="2400" dirty="0"/>
              <a:t>Indépendamment de l’amélioration des autres dimensions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623DC01-AC50-D621-E931-38EA0B394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3951" y="0"/>
            <a:ext cx="5848393" cy="154306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EBE800C-7413-6A0D-2C7C-A5EE8CB90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203" y="9022"/>
            <a:ext cx="5610266" cy="142876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4D76BDB-7D1F-CA79-BC21-F56A6B892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7611" y="1900479"/>
            <a:ext cx="8376777" cy="452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52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D39B4-1DC3-F370-9C10-E22451CD8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D272AA9-2133-AF77-057E-378C63469E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22" b="5148"/>
          <a:stretch>
            <a:fillRect/>
          </a:stretch>
        </p:blipFill>
        <p:spPr>
          <a:xfrm>
            <a:off x="1469459" y="2073007"/>
            <a:ext cx="8557755" cy="426763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5CD5168-04E0-127C-65BD-2E7CD4AC7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203" y="9022"/>
            <a:ext cx="5610266" cy="142876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60C354F-474B-3497-9534-AF2CDDD50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3863" y="7627510"/>
            <a:ext cx="8376777" cy="452183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B3563E0-E004-D034-F646-7A8A3EE69E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723421" y="1956592"/>
            <a:ext cx="10023758" cy="450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4291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00499-3F37-C3A9-2420-3D19DF164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C35E40C-F2FC-05D6-949C-16AF88F61F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22" b="5148"/>
          <a:stretch>
            <a:fillRect/>
          </a:stretch>
        </p:blipFill>
        <p:spPr>
          <a:xfrm>
            <a:off x="12851332" y="2085039"/>
            <a:ext cx="8557755" cy="426763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7E65602-0D9B-48D0-E7AB-96653670F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203" y="9022"/>
            <a:ext cx="5610266" cy="142876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2333B44-E514-8B1C-5AEE-36E1EB4BB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42" y="1852211"/>
            <a:ext cx="10023758" cy="450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425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4506</Words>
  <Application>Microsoft Office PowerPoint</Application>
  <PresentationFormat>Grand écran</PresentationFormat>
  <Paragraphs>763</Paragraphs>
  <Slides>47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1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Alexis Bourla</dc:creator>
  <cp:lastModifiedBy>Alexis Bourla</cp:lastModifiedBy>
  <cp:revision>1</cp:revision>
  <dcterms:created xsi:type="dcterms:W3CDTF">2025-09-26T15:33:19Z</dcterms:created>
  <dcterms:modified xsi:type="dcterms:W3CDTF">2025-09-27T14:11:29Z</dcterms:modified>
</cp:coreProperties>
</file>